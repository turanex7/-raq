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d07b5a913e41ba" /><Relationship Type="http://schemas.openxmlformats.org/officeDocument/2006/relationships/extended-properties" Target="/docProps/app.xml" Id="R801fd9f3f2b14d54" /><Relationship Type="http://schemas.openxmlformats.org/officeDocument/2006/relationships/officeDocument" Target="/ppt/presentation.xml" Id="Rc5082bdb255f4673" /></Relationships>
</file>

<file path=ppt/presentation.xml><?xml version="1.0" encoding="utf-8"?>
<p:presentation xmlns:p="http://schemas.openxmlformats.org/presentationml/2006/main">
  <p:sldMasterIdLst>
    <p:sldMasterId xmlns:r="http://schemas.openxmlformats.org/officeDocument/2006/relationships" id="2147483648" r:id="R449828b9063b44a6"/>
  </p:sldMasterIdLst>
  <p:notesMasterIdLst>
    <p:notesMasterId xmlns:r="http://schemas.openxmlformats.org/officeDocument/2006/relationships" r:id="Rdb24a7029b2040e2"/>
  </p:notesMasterIdLst>
  <p:sldIdLst>
    <p:sldId xmlns:r="http://schemas.openxmlformats.org/officeDocument/2006/relationships" id="256" r:id="Rb93a1072309a4f09"/>
    <p:sldId xmlns:r="http://schemas.openxmlformats.org/officeDocument/2006/relationships" id="257" r:id="Rfda2c5afffb34553"/>
    <p:sldId xmlns:r="http://schemas.openxmlformats.org/officeDocument/2006/relationships" id="258" r:id="Rdb888452e0c34ed9"/>
    <p:sldId xmlns:r="http://schemas.openxmlformats.org/officeDocument/2006/relationships" id="259" r:id="R1019827cacff4a45"/>
    <p:sldId xmlns:r="http://schemas.openxmlformats.org/officeDocument/2006/relationships" id="260" r:id="R5cf8b256ad394ef2"/>
    <p:sldId xmlns:r="http://schemas.openxmlformats.org/officeDocument/2006/relationships" id="261" r:id="R9271f84181dc4e33"/>
    <p:sldId xmlns:r="http://schemas.openxmlformats.org/officeDocument/2006/relationships" id="262" r:id="R154d2360c0de46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28c4e595d94e3b" /><Relationship Type="http://schemas.openxmlformats.org/officeDocument/2006/relationships/slideMaster" Target="/ppt/slideMasters/slideMaster1.xml" Id="R449828b9063b44a6" /><Relationship Type="http://schemas.openxmlformats.org/officeDocument/2006/relationships/notesMaster" Target="/ppt/notesMasters/notesMaster1.xml" Id="Rdb24a7029b2040e2" /><Relationship Type="http://schemas.openxmlformats.org/officeDocument/2006/relationships/presProps" Target="/ppt/presProps.xml" Id="R296fc08143a54c67" /><Relationship Type="http://schemas.openxmlformats.org/officeDocument/2006/relationships/tableStyles" Target="/ppt/tableStyles.xml" Id="Rad39a9fd65634c2e" /><Relationship Type="http://schemas.openxmlformats.org/officeDocument/2006/relationships/slide" Target="/ppt/slides/slide1.xml" Id="Rb93a1072309a4f09" /><Relationship Type="http://schemas.openxmlformats.org/officeDocument/2006/relationships/slide" Target="/ppt/slides/slide2.xml" Id="Rfda2c5afffb34553" /><Relationship Type="http://schemas.openxmlformats.org/officeDocument/2006/relationships/slide" Target="/ppt/slides/slide3.xml" Id="Rdb888452e0c34ed9" /><Relationship Type="http://schemas.openxmlformats.org/officeDocument/2006/relationships/slide" Target="/ppt/slides/slide4.xml" Id="R1019827cacff4a45" /><Relationship Type="http://schemas.openxmlformats.org/officeDocument/2006/relationships/slide" Target="/ppt/slides/slide5.xml" Id="R5cf8b256ad394ef2" /><Relationship Type="http://schemas.openxmlformats.org/officeDocument/2006/relationships/slide" Target="/ppt/slides/slide6.xml" Id="R9271f84181dc4e33" /><Relationship Type="http://schemas.openxmlformats.org/officeDocument/2006/relationships/slide" Target="/ppt/slides/slide7.xml" Id="R154d2360c0de46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a3a70b3bdd43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3e0c61ed944a41" /><Relationship Type="http://schemas.openxmlformats.org/officeDocument/2006/relationships/notesMaster" Target="/ppt/notesMasters/notesMaster1.xml" Id="Rb446a90c7c1e48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c445d9b9f54ccc" /><Relationship Type="http://schemas.openxmlformats.org/officeDocument/2006/relationships/notesMaster" Target="/ppt/notesMasters/notesMaster1.xml" Id="R65d256d71a4f40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ff2675194544e9" /><Relationship Type="http://schemas.openxmlformats.org/officeDocument/2006/relationships/notesMaster" Target="/ppt/notesMasters/notesMaster1.xml" Id="R3f6d4bdeb1d442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c134f5e87f4db1" /><Relationship Type="http://schemas.openxmlformats.org/officeDocument/2006/relationships/notesMaster" Target="/ppt/notesMasters/notesMaster1.xml" Id="Rc79715fc82c64d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06f071b6e949d8" /><Relationship Type="http://schemas.openxmlformats.org/officeDocument/2006/relationships/notesMaster" Target="/ppt/notesMasters/notesMaster1.xml" Id="Rce520e15a74045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915cde19894178" /><Relationship Type="http://schemas.openxmlformats.org/officeDocument/2006/relationships/notesMaster" Target="/ppt/notesMasters/notesMaster1.xml" Id="R216e56d14a8149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9371a153c042c3" /><Relationship Type="http://schemas.openxmlformats.org/officeDocument/2006/relationships/notesMaster" Target="/ppt/notesMasters/notesMaster1.xml" Id="Rbe3ecea7545f43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
            </a:r>
          </a:p>
          <a:p xmlns:a="http://schemas.openxmlformats.org/drawingml/2006/main">
            <a:r>
              <a:t>Salam. Layihəmiz Çıraqdır — muzey ziyarətini şəhər macərasına çevirən platforma. Bu, telefonda bitən oyun deyil. Məqsədimiz ekrandakı marağı Bakının muzeyinə, oradan isə həqiqi ziyarətə aparmaqdır. Beş dəqiqədə istifadəçi axınını, motivasiya mexanikasını, biznes imkanını və pilot üçün lazım olan növbəti addımı göstərəcəyəm.</a:t>
            </a:r>
          </a:p>
          <a:p xmlns:a="http://schemas.openxmlformats.org/drawingml/2006/main">
            <a:r>
              <a:t/>
            </a:r>
          </a:p>
          <a:p xmlns:a="http://schemas.openxmlformats.org/drawingml/2006/main">
            <a:r>
              <a:t>Daxili mənbələr:</a:t>
            </a:r>
          </a:p>
          <a:p xmlns:a="http://schemas.openxmlformats.org/drawingml/2006/main">
            <a:r>
              <a:t>• frontend/src/features/home/HomePage.jsx</a:t>
            </a:r>
          </a:p>
          <a:p xmlns:a="http://schemas.openxmlformats.org/drawingml/2006/main">
            <a:r>
              <a:t>• frontend/src/assets/icherisheher-hero.png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a:t>
            </a:r>
          </a:p>
          <a:p xmlns:a="http://schemas.openxmlformats.org/drawingml/2006/main">
            <a:r>
              <a:t/>
            </a:r>
          </a:p>
          <a:p xmlns:a="http://schemas.openxmlformats.org/drawingml/2006/main">
            <a:r>
              <a:t>İstifadəçi üçün əsas suallar bunlardır: hara gedim, muzeydə nəyə baxım və ziyarətim necə yadda qalsın? Çıraq bu sualları bir oyunun axınına bağlayır: xəritə istiqamət verir, tapşırıq məkanda iştirak tələb edir, sonra nəticə görünən irəliləyişə çevrilir. Bu məhsulun əsas seçimidir: sadəcə ekranda klikləmək kifayət etmir; muzey ziyarətini QR və tapşırıqla təsdiqləmək nəzərdə tutulub. Bu, muzey təcrübəsini oyuna qurban vermək yox, oyunun motivasiyasını real məkana bağlamaqdır.</a:t>
            </a:r>
          </a:p>
          <a:p xmlns:a="http://schemas.openxmlformats.org/drawingml/2006/main">
            <a:r>
              <a:t/>
            </a:r>
          </a:p>
          <a:p xmlns:a="http://schemas.openxmlformats.org/drawingml/2006/main">
            <a:r>
              <a:t>Daxili mənbələr:</a:t>
            </a:r>
          </a:p>
          <a:p xmlns:a="http://schemas.openxmlformats.org/drawingml/2006/main">
            <a:r>
              <a:t>• frontend/src/features/home/HomePage.jsx</a:t>
            </a:r>
          </a:p>
          <a:p xmlns:a="http://schemas.openxmlformats.org/drawingml/2006/main">
            <a:r>
              <a:t>• frontend/src/features/gamification/MuseumDetailPage.jsx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1:05–1:55</a:t>
            </a:r>
          </a:p>
          <a:p xmlns:a="http://schemas.openxmlformats.org/drawingml/2006/main">
            <a:r>
              <a:t/>
            </a:r>
          </a:p>
          <a:p xmlns:a="http://schemas.openxmlformats.org/drawingml/2006/main">
            <a:r>
              <a:t>İstifadəçi ana səhifədə Bakıdan ilhamlanan 3D səhnəni görür, Oyuna başla ilə kəşf xəritəsinə keçir. Açıq mərhələdə qısa ipucu hədəf muzeyi seçməyə kömək edir, amma cavabın özü XP vermir. Sonra istifadəçi muzeyə gedir, QR-ni skan edir və oradakı tapşırıqları tamamlayır. Tapşırıq nəticəsi və XP backend-də yoxlanılır. Bu qayda oyunu ekranda oynayıb real mükafat toplamaqdan ayırır. Hazırkı hekayə nümunəsi üç muzey mərhələsini birləşdirir; xəritənin məkan kataloqu daha genişdir.</a:t>
            </a:r>
          </a:p>
          <a:p xmlns:a="http://schemas.openxmlformats.org/drawingml/2006/main">
            <a:r>
              <a:t/>
            </a:r>
          </a:p>
          <a:p xmlns:a="http://schemas.openxmlformats.org/drawingml/2006/main">
            <a:r>
              <a:t>Daxili mənbələr:</a:t>
            </a:r>
          </a:p>
          <a:p xmlns:a="http://schemas.openxmlformats.org/drawingml/2006/main">
            <a:r>
              <a:t>• frontend/src/features/game/levels/LevelSelect.jsx</a:t>
            </a:r>
          </a:p>
          <a:p xmlns:a="http://schemas.openxmlformats.org/drawingml/2006/main">
            <a:r>
              <a:t>• frontend/src/features/game/levels/journeyChapters.js</a:t>
            </a:r>
          </a:p>
          <a:p xmlns:a="http://schemas.openxmlformats.org/drawingml/2006/main">
            <a:r>
              <a:t>• frontend/src/features/gamification/ScannerPage.jsx</a:t>
            </a:r>
          </a:p>
          <a:p xmlns:a="http://schemas.openxmlformats.org/drawingml/2006/main">
            <a:r>
              <a:t>• backend/Chiraq.Api/ApiRoutes.cs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1:55–2:45</a:t>
            </a:r>
          </a:p>
          <a:p xmlns:a="http://schemas.openxmlformats.org/drawingml/2006/main">
            <a:r>
              <a:t/>
            </a:r>
          </a:p>
          <a:p xmlns:a="http://schemas.openxmlformats.org/drawingml/2006/main">
            <a:r>
              <a:t>XP iki ayrı məqsədə xidmət edir. Ümumi XP itmir; istifadəçinin səviyyəsini və tarixi şəxsiyyət avatarlarını açır. Həftəlik XP isə hər bazar ertəsi Bakı vaxtı ilə sıfırlanır və həmin həftənin liderliyinə, universitet yarışına, muzey ərazisi uğrunda mübarizəyə təsir edir. Geri qayıtmaq üçün gündəlik çıraq var: gündə bir dəfə yandırılır, yeddi ardıcıl gün tamamlananda 10 XP verir, gün buraxılanda seriya yenidən başlayır. Dörd məkan üçün qısa mini-oyunlar da var; onlar QR tapşırıqlarını əvəz etmir və XP-si kiçik, gündəlik limiti olan əlavədir.</a:t>
            </a:r>
          </a:p>
          <a:p xmlns:a="http://schemas.openxmlformats.org/drawingml/2006/main">
            <a:r>
              <a:t/>
            </a:r>
          </a:p>
          <a:p xmlns:a="http://schemas.openxmlformats.org/drawingml/2006/main">
            <a:r>
              <a:t>Daxili mənbələr:</a:t>
            </a:r>
          </a:p>
          <a:p xmlns:a="http://schemas.openxmlformats.org/drawingml/2006/main">
            <a:r>
              <a:t>• backend/Chiraq.Api/GameRules.cs</a:t>
            </a:r>
          </a:p>
          <a:p xmlns:a="http://schemas.openxmlformats.org/drawingml/2006/main">
            <a:r>
              <a:t>• frontend/src/features/gamification/ProfilePage.jsx</a:t>
            </a:r>
          </a:p>
          <a:p xmlns:a="http://schemas.openxmlformats.org/drawingml/2006/main">
            <a:r>
              <a:t>• frontend/src/features/home/LanternJourney.jsx</a:t>
            </a:r>
          </a:p>
          <a:p xmlns:a="http://schemas.openxmlformats.org/drawingml/2006/main">
            <a:r>
              <a:t>• frontend/src/features/game/minigames/miniGameConfig.js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2:45–3:35</a:t>
            </a:r>
          </a:p>
          <a:p xmlns:a="http://schemas.openxmlformats.org/drawingml/2006/main">
            <a:r>
              <a:t/>
            </a:r>
          </a:p>
          <a:p xmlns:a="http://schemas.openxmlformats.org/drawingml/2006/main">
            <a:r>
              <a:t>Rəqabət üç səviyyədə qurulub. Fərdi cədvəl həftəlik nəticəni göstərir. Universitet liqasında bir neçə yüksək nəticə bütün universitetin balını müəyyən etməsin deyə, bal ən aktiv on üzvün orta həftəlik XP-sidir; reytinq üçün minimum üç aktiv iştirakçı lazımdır. Muzey Fəthində universitetlər konkret məkanlar uğrunda həftəlik yarışır. Qrup və ortaq tapşırıqlar da dostlarla birlikdə iştirak etməyə şərait yaradır. Nəticədə oyun təkcə şəxsi xal toplamağı deyil, universitet yoldaşları ilə birlikdə şəhəri kəşf etməyi təşviq edir.</a:t>
            </a:r>
          </a:p>
          <a:p xmlns:a="http://schemas.openxmlformats.org/drawingml/2006/main">
            <a:r>
              <a:t/>
            </a:r>
          </a:p>
          <a:p xmlns:a="http://schemas.openxmlformats.org/drawingml/2006/main">
            <a:r>
              <a:t>Daxili mənbələr:</a:t>
            </a:r>
          </a:p>
          <a:p xmlns:a="http://schemas.openxmlformats.org/drawingml/2006/main">
            <a:r>
              <a:t>• backend/Chiraq.Api/GameRules.cs</a:t>
            </a:r>
          </a:p>
          <a:p xmlns:a="http://schemas.openxmlformats.org/drawingml/2006/main">
            <a:r>
              <a:t>• backend/Chiraq.Api/TerritoryRules.cs</a:t>
            </a:r>
          </a:p>
          <a:p xmlns:a="http://schemas.openxmlformats.org/drawingml/2006/main">
            <a:r>
              <a:t>• backend/Chiraq.Api/ApiRoutes.cs</a:t>
            </a:r>
          </a:p>
          <a:p xmlns:a="http://schemas.openxmlformats.org/drawingml/2006/main">
            <a:r>
              <a:t>• frontend/src/features/gamification/LeaderboardPage.jsx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3:35–4:25</a:t>
            </a:r>
          </a:p>
          <a:p xmlns:a="http://schemas.openxmlformats.org/drawingml/2006/main">
            <a:r>
              <a:t/>
            </a:r>
          </a:p>
          <a:p xmlns:a="http://schemas.openxmlformats.org/drawingml/2006/main">
            <a:r>
              <a:t>Biznes tərəfini dürüst göstərmək vacibdir: hazırda imkan var, amma aktiv gəlir yoxdur. Saytda bəzi məkanlar üçün xarici bilet və rəsmi məlumat səhifələrinə keçidlər var. Sponsor linkini bir konfiqurasiyadan idarə etmək mümkündür, amma sponsor söndürülüb; tətbiq daxilində bilet satışı da yoxdur. Mövcud XP qaydası biletli kimi təyin edilmiş məkanların tapşırıqlarına əlavə 20 XP verir. Gələcəkdə, tərəfdaş razılaşarsa, bilet komissiyası, sponsorlu missiya və ya muzey üçün ziyarət kampaniyası sınaqdan keçirilə bilər. Bunlar gəlir proqnozu deyil, pilotda yoxlanmalı hipotezlərdir.</a:t>
            </a:r>
          </a:p>
          <a:p xmlns:a="http://schemas.openxmlformats.org/drawingml/2006/main">
            <a:r>
              <a:t/>
            </a:r>
          </a:p>
          <a:p xmlns:a="http://schemas.openxmlformats.org/drawingml/2006/main">
            <a:r>
              <a:t>Daxili mənbələr:</a:t>
            </a:r>
          </a:p>
          <a:p xmlns:a="http://schemas.openxmlformats.org/drawingml/2006/main">
            <a:r>
              <a:t>• frontend/src/config/tickets.js</a:t>
            </a:r>
          </a:p>
          <a:p xmlns:a="http://schemas.openxmlformats.org/drawingml/2006/main">
            <a:r>
              <a:t>• frontend/src/components/TicketLinkList.jsx</a:t>
            </a:r>
          </a:p>
          <a:p xmlns:a="http://schemas.openxmlformats.org/drawingml/2006/main">
            <a:r>
              <a:t>• backend/Chiraq.Api/GameRules.cs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4:25–5:00</a:t>
            </a:r>
          </a:p>
          <a:p xmlns:a="http://schemas.openxmlformats.org/drawingml/2006/main">
            <a:r>
              <a:t/>
            </a:r>
          </a:p>
          <a:p xmlns:a="http://schemas.openxmlformats.org/drawingml/2006/main">
            <a:r>
              <a:t>Təklifimiz üç məkanla başlayan pilotdur: QR-ləri yerləşdirək, qısa tapşırıqları kuratorla təsdiqləyək və kiçik istifadəçi qrupu ilə sınayaq. Ölçəcəyimiz nəticələr təsdiqlənmiş ziyarət, ikinci muzeyə keçid, tapşırıq tamamlanması, həftəlik qayıdış və bilet səhifəsinə kliklərdir. Demo rejimi ssenarini göstərməyə imkan verir; real sınaq üçün isə QR yerləşimi, məzmun razılığı və tərəfdaş bilet linkləri lazımdır. Növbəti addımımız üç pilot məkanla razılaşmaqdır. Çıraq ekran vaxtını artırmaq üçün yox, şəhərdə real kəşfi başlatmaq üçün qurulur.</a:t>
            </a:r>
          </a:p>
          <a:p xmlns:a="http://schemas.openxmlformats.org/drawingml/2006/main">
            <a:r>
              <a:t/>
            </a:r>
          </a:p>
          <a:p xmlns:a="http://schemas.openxmlformats.org/drawingml/2006/main">
            <a:r>
              <a:t>Daxili mənbələr:</a:t>
            </a:r>
          </a:p>
          <a:p xmlns:a="http://schemas.openxmlformats.org/drawingml/2006/main">
            <a:r>
              <a:t>• frontend/src/services/api.js</a:t>
            </a:r>
          </a:p>
          <a:p xmlns:a="http://schemas.openxmlformats.org/drawingml/2006/main">
            <a:r>
              <a:t>• frontend/src/services/demoApi.js</a:t>
            </a:r>
          </a:p>
          <a:p xmlns:a="http://schemas.openxmlformats.org/drawingml/2006/main">
            <a:r>
              <a:t>• backend/Chiraq.Api/ApiRoutes.cs</a:t>
            </a:r>
          </a:p>
          <a:p xmlns:a="http://schemas.openxmlformats.org/drawingml/2006/main">
            <a:r>
              <a:t>• docs/CONTENT_REVIEW.md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2eb42dfb154e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9cea82d6c94f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4a9f61ab684b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55e0f61a2b4a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8432ca44c343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1aef6aa3824d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212084-6F6C-4893-9CF5-0E74A7EFAB6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AF4D92-D813-4D35-957B-00DC1B7983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FE9121-6557-4826-B282-0F14859B0D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E8BC01-7548-464E-812C-498587033B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F6AF36-69FD-4FC3-A457-A8C3CBBDB0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F2B527-D89C-4DDA-BD66-118946B555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E7A823-008B-4719-8822-8E8BF7F439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69356D-8B27-4537-83CD-4D484D6746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16AC90-1C76-4AE0-AEF6-AC887B7E73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8FE7E6-0481-479D-8113-CE849DCB6D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fdcf78bb194925" /><Relationship Type="http://schemas.openxmlformats.org/officeDocument/2006/relationships/slideLayout" Target="/ppt/slideLayouts/slideLayout1.xml" Id="R9437c1c0c9334f24" /><Relationship Type="http://schemas.openxmlformats.org/officeDocument/2006/relationships/slideLayout" Target="/ppt/slideLayouts/slideLayout2.xml" Id="R36ab864388b84107" /><Relationship Type="http://schemas.openxmlformats.org/officeDocument/2006/relationships/slideLayout" Target="/ppt/slideLayouts/slideLayout3.xml" Id="R2c8bb8ccd8614c39" /><Relationship Type="http://schemas.openxmlformats.org/officeDocument/2006/relationships/slideLayout" Target="/ppt/slideLayouts/slideLayout4.xml" Id="R3b73e81940a7480b" /><Relationship Type="http://schemas.openxmlformats.org/officeDocument/2006/relationships/slideLayout" Target="/ppt/slideLayouts/slideLayout5.xml" Id="R7e3977566a65435a" /><Relationship Type="http://schemas.openxmlformats.org/officeDocument/2006/relationships/slideLayout" Target="/ppt/slideLayouts/slideLayout6.xml" Id="R1b5f7bb8b6f548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37c1c0c9334f24"/>
    <p:sldLayoutId xmlns:r="http://schemas.openxmlformats.org/officeDocument/2006/relationships" id="2147483650" r:id="R36ab864388b84107"/>
    <p:sldLayoutId xmlns:r="http://schemas.openxmlformats.org/officeDocument/2006/relationships" id="2147483651" r:id="R2c8bb8ccd8614c39"/>
    <p:sldLayoutId xmlns:r="http://schemas.openxmlformats.org/officeDocument/2006/relationships" id="2147483652" r:id="R3b73e81940a7480b"/>
    <p:sldLayoutId xmlns:r="http://schemas.openxmlformats.org/officeDocument/2006/relationships" id="2147483653" r:id="R7e3977566a65435a"/>
    <p:sldLayoutId xmlns:r="http://schemas.openxmlformats.org/officeDocument/2006/relationships" id="2147483654" r:id="R1b5f7bb8b6f5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940fb7a7bf4b30" /><Relationship Type="http://schemas.openxmlformats.org/officeDocument/2006/relationships/image" Target="/ppt/media/image.png" Id="R18f8545dd6154926" /><Relationship Type="http://schemas.openxmlformats.org/officeDocument/2006/relationships/notesSlide" Target="/ppt/notesSlides/notesSlide1.xml" Id="R894da972dc3a42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dcddf0beac4c4f" /><Relationship Type="http://schemas.openxmlformats.org/officeDocument/2006/relationships/notesSlide" Target="/ppt/notesSlides/notesSlide2.xml" Id="R6a1002ad5f2249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8ca11fcaea47c8" /><Relationship Type="http://schemas.openxmlformats.org/officeDocument/2006/relationships/notesSlide" Target="/ppt/notesSlides/notesSlide3.xml" Id="R24f06653725d47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3239e9957442f5" /><Relationship Type="http://schemas.openxmlformats.org/officeDocument/2006/relationships/notesSlide" Target="/ppt/notesSlides/notesSlide4.xml" Id="R1b69e47f02a947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66ebc8e1014ca8" /><Relationship Type="http://schemas.openxmlformats.org/officeDocument/2006/relationships/notesSlide" Target="/ppt/notesSlides/notesSlide5.xml" Id="R2fe17245bb9945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23720196a144786" /><Relationship Type="http://schemas.openxmlformats.org/officeDocument/2006/relationships/notesSlide" Target="/ppt/notesSlides/notesSlide6.xml" Id="R8faacd92922945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6e3caea44e4772" /><Relationship Type="http://schemas.openxmlformats.org/officeDocument/2006/relationships/notesSlide" Target="/ppt/notesSlides/notesSlide7.xml" Id="Rc83ba9aac7e74056" /></Relationships>
</file>

<file path=ppt/slides/slide1.xml><?xml version="1.0" encoding="utf-8"?>
<p:sld xmlns:p="http://schemas.openxmlformats.org/presentationml/2006/main">
  <p:cSld>
    <p:bg>
      <p:bgPr>
        <a:solidFill xmlns:a="http://schemas.openxmlformats.org/drawingml/2006/main">
          <a:srgbClr val="080C25"/>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7596FDC-65A6-48B6-88E3-2261CDA583F8}"/>
              </a:ext>
            </a:extLst>
          </p:cNvPr>
          <p:cNvPicPr>
            <a:picLocks xmlns:a="http://schemas.openxmlformats.org/drawingml/2006/main" noChangeAspect="1"/>
          </p:cNvPicPr>
          <p:nvPr/>
        </p:nvPicPr>
        <p:blipFill>
          <a:blip xmlns:r="http://schemas.openxmlformats.org/officeDocument/2006/relationships" xmlns:a="http://schemas.openxmlformats.org/drawingml/2006/main" r:embed="R18f8545dd615492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CD4AAF-E514-4C80-83B2-FCCDEAD4A8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C25">
              <a:alpha val="66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2EA26A-7155-4BEA-9CBF-1BCD19271563}"/>
              </a:ext>
            </a:extLst>
          </p:cNvPr>
          <p:cNvSpPr>
            <a:spLocks xmlns:a="http://schemas.openxmlformats.org/drawingml/2006/main" noGrp="1"/>
          </p:cNvSpPr>
          <p:nvPr/>
        </p:nvSpPr>
        <p:spPr>
          <a:xfrm xmlns:a="http://schemas.openxmlformats.org/drawingml/2006/main">
            <a:off x="0" y="0"/>
            <a:ext cx="7858125" cy="6858000"/>
          </a:xfrm>
          <a:prstGeom xmlns:a="http://schemas.openxmlformats.org/drawingml/2006/main" prst="rect">
            <a:avLst/>
          </a:prstGeom>
          <a:gradFill xmlns:a="http://schemas.openxmlformats.org/drawingml/2006/main">
            <a:gsLst>
              <a:gs pos="0">
                <a:srgbClr val="080C25">
                  <a:alpha val="95000"/>
                </a:srgbClr>
              </a:gs>
              <a:gs pos="62000">
                <a:srgbClr val="080C25">
                  <a:alpha val="78000"/>
                </a:srgbClr>
              </a:gs>
              <a:gs pos="100000">
                <a:srgbClr val="080C25">
                  <a:alpha val="0"/>
                </a:srgbClr>
              </a:gs>
            </a:gsLst>
            <a:lin ang="0"/>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E9AF95-C6E4-4DD4-9FA6-F1D6E7EA4DD4}"/>
              </a:ext>
            </a:extLst>
          </p:cNvPr>
          <p:cNvSpPr>
            <a:spLocks xmlns:a="http://schemas.openxmlformats.org/drawingml/2006/main" noGrp="1"/>
          </p:cNvSpPr>
          <p:nvPr/>
        </p:nvSpPr>
        <p:spPr>
          <a:xfrm xmlns:a="http://schemas.openxmlformats.org/drawingml/2006/main">
            <a:off x="685800" y="723900"/>
            <a:ext cx="514350" cy="514350"/>
          </a:xfrm>
          <a:prstGeom xmlns:a="http://schemas.openxmlformats.org/drawingml/2006/main" prst="roundRect">
            <a:avLst>
              <a:gd name="adj" fmla="val 31481"/>
            </a:avLst>
          </a:prstGeom>
          <a:solidFill xmlns:a="http://schemas.openxmlformats.org/drawingml/2006/main">
            <a:srgbClr val="A0E4C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8CC7306-7607-4DB3-B1AC-D043BF43D075}"/>
              </a:ext>
            </a:extLst>
          </p:cNvPr>
          <p:cNvSpPr>
            <a:spLocks xmlns:a="http://schemas.openxmlformats.org/drawingml/2006/main" noGrp="1"/>
          </p:cNvSpPr>
          <p:nvPr/>
        </p:nvSpPr>
        <p:spPr>
          <a:xfrm xmlns:a="http://schemas.openxmlformats.org/drawingml/2006/main">
            <a:off x="685800" y="7715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400" b="1">
                <a:solidFill>
                  <a:srgbClr val="09102B"/>
                </a:solidFill>
                <a:latin typeface="Helvetica Neue"/>
                <a:ea typeface="Helvetica Neue"/>
                <a:cs typeface="Helvetica Neue"/>
              </a:defRPr>
            </a:defPPr>
            <a:lvl1pPr algn="ctr">
              <a:defRPr sz="2400" b="1">
                <a:solidFill>
                  <a:srgbClr val="09102B"/>
                </a:solidFill>
                <a:latin typeface="Helvetica Neue"/>
                <a:ea typeface="Helvetica Neue"/>
                <a:cs typeface="Helvetica Neue"/>
              </a:defRPr>
            </a:lvl1pPr>
            <a:lvl2pPr algn="ctr">
              <a:defRPr sz="2400" b="1">
                <a:solidFill>
                  <a:srgbClr val="09102B"/>
                </a:solidFill>
                <a:latin typeface="Helvetica Neue"/>
                <a:ea typeface="Helvetica Neue"/>
                <a:cs typeface="Helvetica Neue"/>
              </a:defRPr>
            </a:lvl2pPr>
            <a:lvl3pPr algn="ctr">
              <a:defRPr sz="2400" b="1">
                <a:solidFill>
                  <a:srgbClr val="09102B"/>
                </a:solidFill>
                <a:latin typeface="Helvetica Neue"/>
                <a:ea typeface="Helvetica Neue"/>
                <a:cs typeface="Helvetica Neue"/>
              </a:defRPr>
            </a:lvl3pPr>
            <a:lvl4pPr algn="ctr">
              <a:defRPr sz="2400" b="1">
                <a:solidFill>
                  <a:srgbClr val="09102B"/>
                </a:solidFill>
                <a:latin typeface="Helvetica Neue"/>
                <a:ea typeface="Helvetica Neue"/>
                <a:cs typeface="Helvetica Neue"/>
              </a:defRPr>
            </a:lvl4pPr>
            <a:lvl5pPr algn="ctr">
              <a:defRPr sz="2400" b="1">
                <a:solidFill>
                  <a:srgbClr val="09102B"/>
                </a:solidFill>
                <a:latin typeface="Helvetica Neue"/>
                <a:ea typeface="Helvetica Neue"/>
                <a:cs typeface="Helvetica Neue"/>
              </a:defRPr>
            </a:lvl5pPr>
            <a:lvl6pPr algn="ctr">
              <a:defRPr sz="2400" b="1">
                <a:solidFill>
                  <a:srgbClr val="09102B"/>
                </a:solidFill>
                <a:latin typeface="Helvetica Neue"/>
                <a:ea typeface="Helvetica Neue"/>
                <a:cs typeface="Helvetica Neue"/>
              </a:defRPr>
            </a:lvl6pPr>
            <a:lvl7pPr algn="ctr">
              <a:defRPr sz="2400" b="1">
                <a:solidFill>
                  <a:srgbClr val="09102B"/>
                </a:solidFill>
                <a:latin typeface="Helvetica Neue"/>
                <a:ea typeface="Helvetica Neue"/>
                <a:cs typeface="Helvetica Neue"/>
              </a:defRPr>
            </a:lvl7pPr>
            <a:lvl8pPr algn="ctr">
              <a:defRPr sz="2400" b="1">
                <a:solidFill>
                  <a:srgbClr val="09102B"/>
                </a:solidFill>
                <a:latin typeface="Helvetica Neue"/>
                <a:ea typeface="Helvetica Neue"/>
                <a:cs typeface="Helvetica Neue"/>
              </a:defRPr>
            </a:lvl8pPr>
            <a:lvl9pPr algn="ctr">
              <a:defRPr sz="2400" b="1">
                <a:solidFill>
                  <a:srgbClr val="09102B"/>
                </a:solidFill>
                <a:latin typeface="Helvetica Neue"/>
                <a:ea typeface="Helvetica Neue"/>
                <a:cs typeface="Helvetica Neue"/>
              </a:defRPr>
            </a:lvl9pPr>
          </a:lstStyle>
          <a:p xmlns:a="http://schemas.openxmlformats.org/drawingml/2006/main">
            <a:pPr algn="ctr">
              <a:defRPr sz="2400" b="1">
                <a:solidFill>
                  <a:srgbClr val="09102B"/>
                </a:solidFill>
                <a:latin typeface="Helvetica Neue"/>
                <a:ea typeface="Helvetica Neue"/>
                <a:cs typeface="Helvetica Neue"/>
              </a:defRPr>
            </a:pPr>
            <a:r>
              <a:rPr sz="2400" b="1">
                <a:solidFill>
                  <a:srgbClr val="09102B"/>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41B376AA-92B4-4C08-9739-9E6EBAD8B4FE}"/>
              </a:ext>
            </a:extLst>
          </p:cNvPr>
          <p:cNvSpPr>
            <a:spLocks xmlns:a="http://schemas.openxmlformats.org/drawingml/2006/main" noGrp="1"/>
          </p:cNvSpPr>
          <p:nvPr/>
        </p:nvSpPr>
        <p:spPr>
          <a:xfrm xmlns:a="http://schemas.openxmlformats.org/drawingml/2006/main">
            <a:off x="1390650" y="8667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7F5FF"/>
                </a:solidFill>
                <a:latin typeface="Helvetica Neue"/>
                <a:ea typeface="Helvetica Neue"/>
                <a:cs typeface="Helvetica Neue"/>
              </a:defRPr>
            </a:defPPr>
            <a:lvl1pPr algn="l">
              <a:defRPr sz="1500" b="1">
                <a:solidFill>
                  <a:srgbClr val="F7F5FF"/>
                </a:solidFill>
                <a:latin typeface="Helvetica Neue"/>
                <a:ea typeface="Helvetica Neue"/>
                <a:cs typeface="Helvetica Neue"/>
              </a:defRPr>
            </a:lvl1pPr>
            <a:lvl2pPr algn="l">
              <a:defRPr sz="1500" b="1">
                <a:solidFill>
                  <a:srgbClr val="F7F5FF"/>
                </a:solidFill>
                <a:latin typeface="Helvetica Neue"/>
                <a:ea typeface="Helvetica Neue"/>
                <a:cs typeface="Helvetica Neue"/>
              </a:defRPr>
            </a:lvl2pPr>
            <a:lvl3pPr algn="l">
              <a:defRPr sz="1500" b="1">
                <a:solidFill>
                  <a:srgbClr val="F7F5FF"/>
                </a:solidFill>
                <a:latin typeface="Helvetica Neue"/>
                <a:ea typeface="Helvetica Neue"/>
                <a:cs typeface="Helvetica Neue"/>
              </a:defRPr>
            </a:lvl3pPr>
            <a:lvl4pPr algn="l">
              <a:defRPr sz="1500" b="1">
                <a:solidFill>
                  <a:srgbClr val="F7F5FF"/>
                </a:solidFill>
                <a:latin typeface="Helvetica Neue"/>
                <a:ea typeface="Helvetica Neue"/>
                <a:cs typeface="Helvetica Neue"/>
              </a:defRPr>
            </a:lvl4pPr>
            <a:lvl5pPr algn="l">
              <a:defRPr sz="1500" b="1">
                <a:solidFill>
                  <a:srgbClr val="F7F5FF"/>
                </a:solidFill>
                <a:latin typeface="Helvetica Neue"/>
                <a:ea typeface="Helvetica Neue"/>
                <a:cs typeface="Helvetica Neue"/>
              </a:defRPr>
            </a:lvl5pPr>
            <a:lvl6pPr algn="l">
              <a:defRPr sz="1500" b="1">
                <a:solidFill>
                  <a:srgbClr val="F7F5FF"/>
                </a:solidFill>
                <a:latin typeface="Helvetica Neue"/>
                <a:ea typeface="Helvetica Neue"/>
                <a:cs typeface="Helvetica Neue"/>
              </a:defRPr>
            </a:lvl6pPr>
            <a:lvl7pPr algn="l">
              <a:defRPr sz="1500" b="1">
                <a:solidFill>
                  <a:srgbClr val="F7F5FF"/>
                </a:solidFill>
                <a:latin typeface="Helvetica Neue"/>
                <a:ea typeface="Helvetica Neue"/>
                <a:cs typeface="Helvetica Neue"/>
              </a:defRPr>
            </a:lvl7pPr>
            <a:lvl8pPr algn="l">
              <a:defRPr sz="1500" b="1">
                <a:solidFill>
                  <a:srgbClr val="F7F5FF"/>
                </a:solidFill>
                <a:latin typeface="Helvetica Neue"/>
                <a:ea typeface="Helvetica Neue"/>
                <a:cs typeface="Helvetica Neue"/>
              </a:defRPr>
            </a:lvl8pPr>
            <a:lvl9pPr algn="l">
              <a:defRPr sz="1500" b="1">
                <a:solidFill>
                  <a:srgbClr val="F7F5FF"/>
                </a:solidFill>
                <a:latin typeface="Helvetica Neue"/>
                <a:ea typeface="Helvetica Neue"/>
                <a:cs typeface="Helvetica Neue"/>
              </a:defRPr>
            </a:lvl9pPr>
          </a:lstStyle>
          <a:p xmlns:a="http://schemas.openxmlformats.org/drawingml/2006/main">
            <a:pPr algn="l">
              <a:defRPr sz="1500" b="1">
                <a:solidFill>
                  <a:srgbClr val="F7F5FF"/>
                </a:solidFill>
                <a:latin typeface="Helvetica Neue"/>
                <a:ea typeface="Helvetica Neue"/>
                <a:cs typeface="Helvetica Neue"/>
              </a:defRPr>
            </a:pPr>
            <a:r>
              <a:rPr sz="1500" b="1">
                <a:solidFill>
                  <a:srgbClr val="F7F5FF"/>
                </a:solidFill>
                <a:latin typeface="Helvetica Neue"/>
                <a:ea typeface="Helvetica Neue"/>
                <a:cs typeface="Helvetica Neue"/>
              </a:rPr>
              <a:t>ÇIRAQ</a:t>
            </a:r>
          </a:p>
        </p:txBody>
      </p:sp>
      <p:sp>
        <p:nvSpPr>
          <p:cNvPr id="7" name="">
            <a:extLst xmlns:a="http://schemas.openxmlformats.org/drawingml/2006/main">
              <a:ext uri="{FF2B5EF4-FFF2-40B4-BE49-F238E27FC236}">
                <a16:creationId xmlns:a16="http://schemas.microsoft.com/office/drawing/2014/main" id="{D84E2C09-EAE9-4FFB-8C0B-FC168C8A6194}"/>
              </a:ext>
            </a:extLst>
          </p:cNvPr>
          <p:cNvSpPr>
            <a:spLocks xmlns:a="http://schemas.openxmlformats.org/drawingml/2006/main" noGrp="1"/>
          </p:cNvSpPr>
          <p:nvPr/>
        </p:nvSpPr>
        <p:spPr>
          <a:xfrm xmlns:a="http://schemas.openxmlformats.org/drawingml/2006/main">
            <a:off x="685800" y="2247900"/>
            <a:ext cx="6667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7F5FF"/>
                </a:solidFill>
                <a:latin typeface="Helvetica Neue"/>
                <a:ea typeface="Helvetica Neue"/>
                <a:cs typeface="Helvetica Neue"/>
              </a:defRPr>
            </a:defPPr>
            <a:lvl1pPr algn="l">
              <a:defRPr sz="3900" b="1">
                <a:solidFill>
                  <a:srgbClr val="F7F5FF"/>
                </a:solidFill>
                <a:latin typeface="Helvetica Neue"/>
                <a:ea typeface="Helvetica Neue"/>
                <a:cs typeface="Helvetica Neue"/>
              </a:defRPr>
            </a:lvl1pPr>
            <a:lvl2pPr algn="l">
              <a:defRPr sz="3900" b="1">
                <a:solidFill>
                  <a:srgbClr val="F7F5FF"/>
                </a:solidFill>
                <a:latin typeface="Helvetica Neue"/>
                <a:ea typeface="Helvetica Neue"/>
                <a:cs typeface="Helvetica Neue"/>
              </a:defRPr>
            </a:lvl2pPr>
            <a:lvl3pPr algn="l">
              <a:defRPr sz="3900" b="1">
                <a:solidFill>
                  <a:srgbClr val="F7F5FF"/>
                </a:solidFill>
                <a:latin typeface="Helvetica Neue"/>
                <a:ea typeface="Helvetica Neue"/>
                <a:cs typeface="Helvetica Neue"/>
              </a:defRPr>
            </a:lvl3pPr>
            <a:lvl4pPr algn="l">
              <a:defRPr sz="3900" b="1">
                <a:solidFill>
                  <a:srgbClr val="F7F5FF"/>
                </a:solidFill>
                <a:latin typeface="Helvetica Neue"/>
                <a:ea typeface="Helvetica Neue"/>
                <a:cs typeface="Helvetica Neue"/>
              </a:defRPr>
            </a:lvl4pPr>
            <a:lvl5pPr algn="l">
              <a:defRPr sz="3900" b="1">
                <a:solidFill>
                  <a:srgbClr val="F7F5FF"/>
                </a:solidFill>
                <a:latin typeface="Helvetica Neue"/>
                <a:ea typeface="Helvetica Neue"/>
                <a:cs typeface="Helvetica Neue"/>
              </a:defRPr>
            </a:lvl5pPr>
            <a:lvl6pPr algn="l">
              <a:defRPr sz="3900" b="1">
                <a:solidFill>
                  <a:srgbClr val="F7F5FF"/>
                </a:solidFill>
                <a:latin typeface="Helvetica Neue"/>
                <a:ea typeface="Helvetica Neue"/>
                <a:cs typeface="Helvetica Neue"/>
              </a:defRPr>
            </a:lvl6pPr>
            <a:lvl7pPr algn="l">
              <a:defRPr sz="3900" b="1">
                <a:solidFill>
                  <a:srgbClr val="F7F5FF"/>
                </a:solidFill>
                <a:latin typeface="Helvetica Neue"/>
                <a:ea typeface="Helvetica Neue"/>
                <a:cs typeface="Helvetica Neue"/>
              </a:defRPr>
            </a:lvl7pPr>
            <a:lvl8pPr algn="l">
              <a:defRPr sz="3900" b="1">
                <a:solidFill>
                  <a:srgbClr val="F7F5FF"/>
                </a:solidFill>
                <a:latin typeface="Helvetica Neue"/>
                <a:ea typeface="Helvetica Neue"/>
                <a:cs typeface="Helvetica Neue"/>
              </a:defRPr>
            </a:lvl8pPr>
            <a:lvl9pPr algn="l">
              <a:defRPr sz="3900" b="1">
                <a:solidFill>
                  <a:srgbClr val="F7F5FF"/>
                </a:solidFill>
                <a:latin typeface="Helvetica Neue"/>
                <a:ea typeface="Helvetica Neue"/>
                <a:cs typeface="Helvetica Neue"/>
              </a:defRPr>
            </a:lvl9pPr>
          </a:lstStyle>
          <a:p xmlns:a="http://schemas.openxmlformats.org/drawingml/2006/main">
            <a:pPr algn="l">
              <a:defRPr sz="3900" b="1">
                <a:solidFill>
                  <a:srgbClr val="F7F5FF"/>
                </a:solidFill>
                <a:latin typeface="Helvetica Neue"/>
                <a:ea typeface="Helvetica Neue"/>
                <a:cs typeface="Helvetica Neue"/>
              </a:defRPr>
            </a:pPr>
            <a:r>
              <a:rPr sz="3900" b="1">
                <a:solidFill>
                  <a:srgbClr val="F7F5FF"/>
                </a:solidFill>
                <a:latin typeface="Helvetica Neue"/>
                <a:ea typeface="Helvetica Neue"/>
                <a:cs typeface="Helvetica Neue"/>
              </a:rPr>
              <a:t>Muzey ziyarətini</a:t>
            </a:r>
          </a:p>
          <a:p xmlns:a="http://schemas.openxmlformats.org/drawingml/2006/main">
            <a:pPr algn="l">
              <a:defRPr sz="3900" b="1">
                <a:solidFill>
                  <a:srgbClr val="F7F5FF"/>
                </a:solidFill>
                <a:latin typeface="Helvetica Neue"/>
                <a:ea typeface="Helvetica Neue"/>
                <a:cs typeface="Helvetica Neue"/>
              </a:defRPr>
            </a:pPr>
            <a:r>
              <a:rPr sz="3900" b="1">
                <a:solidFill>
                  <a:srgbClr val="F7F5FF"/>
                </a:solidFill>
                <a:latin typeface="Helvetica Neue"/>
                <a:ea typeface="Helvetica Neue"/>
                <a:cs typeface="Helvetica Neue"/>
              </a:rPr>
              <a:t>şəhər macərasına çevir</a:t>
            </a:r>
          </a:p>
        </p:txBody>
      </p:sp>
      <p:sp>
        <p:nvSpPr>
          <p:cNvPr id="8" name="">
            <a:extLst xmlns:a="http://schemas.openxmlformats.org/drawingml/2006/main">
              <a:ext uri="{FF2B5EF4-FFF2-40B4-BE49-F238E27FC236}">
                <a16:creationId xmlns:a16="http://schemas.microsoft.com/office/drawing/2014/main" id="{073EE793-53B5-421B-84A7-B7AEFCF41685}"/>
              </a:ext>
            </a:extLst>
          </p:cNvPr>
          <p:cNvSpPr>
            <a:spLocks xmlns:a="http://schemas.openxmlformats.org/drawingml/2006/main" noGrp="1"/>
          </p:cNvSpPr>
          <p:nvPr/>
        </p:nvSpPr>
        <p:spPr>
          <a:xfrm xmlns:a="http://schemas.openxmlformats.org/drawingml/2006/main">
            <a:off x="723900" y="4171950"/>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A0E4C9"/>
                </a:solidFill>
                <a:latin typeface="Helvetica Neue"/>
                <a:ea typeface="Helvetica Neue"/>
                <a:cs typeface="Helvetica Neue"/>
              </a:defRPr>
            </a:defPPr>
            <a:lvl1pPr algn="l">
              <a:defRPr sz="1875" b="1">
                <a:solidFill>
                  <a:srgbClr val="A0E4C9"/>
                </a:solidFill>
                <a:latin typeface="Helvetica Neue"/>
                <a:ea typeface="Helvetica Neue"/>
                <a:cs typeface="Helvetica Neue"/>
              </a:defRPr>
            </a:lvl1pPr>
            <a:lvl2pPr algn="l">
              <a:defRPr sz="1875" b="1">
                <a:solidFill>
                  <a:srgbClr val="A0E4C9"/>
                </a:solidFill>
                <a:latin typeface="Helvetica Neue"/>
                <a:ea typeface="Helvetica Neue"/>
                <a:cs typeface="Helvetica Neue"/>
              </a:defRPr>
            </a:lvl2pPr>
            <a:lvl3pPr algn="l">
              <a:defRPr sz="1875" b="1">
                <a:solidFill>
                  <a:srgbClr val="A0E4C9"/>
                </a:solidFill>
                <a:latin typeface="Helvetica Neue"/>
                <a:ea typeface="Helvetica Neue"/>
                <a:cs typeface="Helvetica Neue"/>
              </a:defRPr>
            </a:lvl3pPr>
            <a:lvl4pPr algn="l">
              <a:defRPr sz="1875" b="1">
                <a:solidFill>
                  <a:srgbClr val="A0E4C9"/>
                </a:solidFill>
                <a:latin typeface="Helvetica Neue"/>
                <a:ea typeface="Helvetica Neue"/>
                <a:cs typeface="Helvetica Neue"/>
              </a:defRPr>
            </a:lvl4pPr>
            <a:lvl5pPr algn="l">
              <a:defRPr sz="1875" b="1">
                <a:solidFill>
                  <a:srgbClr val="A0E4C9"/>
                </a:solidFill>
                <a:latin typeface="Helvetica Neue"/>
                <a:ea typeface="Helvetica Neue"/>
                <a:cs typeface="Helvetica Neue"/>
              </a:defRPr>
            </a:lvl5pPr>
            <a:lvl6pPr algn="l">
              <a:defRPr sz="1875" b="1">
                <a:solidFill>
                  <a:srgbClr val="A0E4C9"/>
                </a:solidFill>
                <a:latin typeface="Helvetica Neue"/>
                <a:ea typeface="Helvetica Neue"/>
                <a:cs typeface="Helvetica Neue"/>
              </a:defRPr>
            </a:lvl6pPr>
            <a:lvl7pPr algn="l">
              <a:defRPr sz="1875" b="1">
                <a:solidFill>
                  <a:srgbClr val="A0E4C9"/>
                </a:solidFill>
                <a:latin typeface="Helvetica Neue"/>
                <a:ea typeface="Helvetica Neue"/>
                <a:cs typeface="Helvetica Neue"/>
              </a:defRPr>
            </a:lvl7pPr>
            <a:lvl8pPr algn="l">
              <a:defRPr sz="1875" b="1">
                <a:solidFill>
                  <a:srgbClr val="A0E4C9"/>
                </a:solidFill>
                <a:latin typeface="Helvetica Neue"/>
                <a:ea typeface="Helvetica Neue"/>
                <a:cs typeface="Helvetica Neue"/>
              </a:defRPr>
            </a:lvl8pPr>
            <a:lvl9pPr algn="l">
              <a:defRPr sz="1875" b="1">
                <a:solidFill>
                  <a:srgbClr val="A0E4C9"/>
                </a:solidFill>
                <a:latin typeface="Helvetica Neue"/>
                <a:ea typeface="Helvetica Neue"/>
                <a:cs typeface="Helvetica Neue"/>
              </a:defRPr>
            </a:lvl9pPr>
          </a:lstStyle>
          <a:p xmlns:a="http://schemas.openxmlformats.org/drawingml/2006/main">
            <a:pPr algn="l">
              <a:defRPr sz="1875" b="1">
                <a:solidFill>
                  <a:srgbClr val="A0E4C9"/>
                </a:solidFill>
                <a:latin typeface="Helvetica Neue"/>
                <a:ea typeface="Helvetica Neue"/>
                <a:cs typeface="Helvetica Neue"/>
              </a:defRPr>
            </a:pPr>
            <a:r>
              <a:rPr sz="1875" b="1">
                <a:solidFill>
                  <a:srgbClr val="A0E4C9"/>
                </a:solidFill>
                <a:latin typeface="Helvetica Neue"/>
                <a:ea typeface="Helvetica Neue"/>
                <a:cs typeface="Helvetica Neue"/>
              </a:rPr>
              <a:t>Şəhəri gəz. Muzeyi kəşf et. İzin qalsın.</a:t>
            </a:r>
          </a:p>
        </p:txBody>
      </p:sp>
      <p:sp>
        <p:nvSpPr>
          <p:cNvPr id="9" name="">
            <a:extLst xmlns:a="http://schemas.openxmlformats.org/drawingml/2006/main">
              <a:ext uri="{FF2B5EF4-FFF2-40B4-BE49-F238E27FC236}">
                <a16:creationId xmlns:a16="http://schemas.microsoft.com/office/drawing/2014/main" id="{46EC3731-5C3C-438D-B8A1-796ADA18CBDA}"/>
              </a:ext>
            </a:extLst>
          </p:cNvPr>
          <p:cNvSpPr>
            <a:spLocks xmlns:a="http://schemas.openxmlformats.org/drawingml/2006/main" noGrp="1"/>
          </p:cNvSpPr>
          <p:nvPr/>
        </p:nvSpPr>
        <p:spPr>
          <a:xfrm xmlns:a="http://schemas.openxmlformats.org/drawingml/2006/main">
            <a:off x="723900" y="48387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0ACC9"/>
                </a:solidFill>
                <a:latin typeface="Helvetica Neue"/>
                <a:ea typeface="Helvetica Neue"/>
                <a:cs typeface="Helvetica Neue"/>
              </a:defRPr>
            </a:defPPr>
            <a:lvl1pPr algn="l">
              <a:defRPr sz="1350" b="0">
                <a:solidFill>
                  <a:srgbClr val="B0ACC9"/>
                </a:solidFill>
                <a:latin typeface="Helvetica Neue"/>
                <a:ea typeface="Helvetica Neue"/>
                <a:cs typeface="Helvetica Neue"/>
              </a:defRPr>
            </a:lvl1pPr>
            <a:lvl2pPr algn="l">
              <a:defRPr sz="1350" b="0">
                <a:solidFill>
                  <a:srgbClr val="B0ACC9"/>
                </a:solidFill>
                <a:latin typeface="Helvetica Neue"/>
                <a:ea typeface="Helvetica Neue"/>
                <a:cs typeface="Helvetica Neue"/>
              </a:defRPr>
            </a:lvl2pPr>
            <a:lvl3pPr algn="l">
              <a:defRPr sz="1350" b="0">
                <a:solidFill>
                  <a:srgbClr val="B0ACC9"/>
                </a:solidFill>
                <a:latin typeface="Helvetica Neue"/>
                <a:ea typeface="Helvetica Neue"/>
                <a:cs typeface="Helvetica Neue"/>
              </a:defRPr>
            </a:lvl3pPr>
            <a:lvl4pPr algn="l">
              <a:defRPr sz="1350" b="0">
                <a:solidFill>
                  <a:srgbClr val="B0ACC9"/>
                </a:solidFill>
                <a:latin typeface="Helvetica Neue"/>
                <a:ea typeface="Helvetica Neue"/>
                <a:cs typeface="Helvetica Neue"/>
              </a:defRPr>
            </a:lvl4pPr>
            <a:lvl5pPr algn="l">
              <a:defRPr sz="1350" b="0">
                <a:solidFill>
                  <a:srgbClr val="B0ACC9"/>
                </a:solidFill>
                <a:latin typeface="Helvetica Neue"/>
                <a:ea typeface="Helvetica Neue"/>
                <a:cs typeface="Helvetica Neue"/>
              </a:defRPr>
            </a:lvl5pPr>
            <a:lvl6pPr algn="l">
              <a:defRPr sz="1350" b="0">
                <a:solidFill>
                  <a:srgbClr val="B0ACC9"/>
                </a:solidFill>
                <a:latin typeface="Helvetica Neue"/>
                <a:ea typeface="Helvetica Neue"/>
                <a:cs typeface="Helvetica Neue"/>
              </a:defRPr>
            </a:lvl6pPr>
            <a:lvl7pPr algn="l">
              <a:defRPr sz="1350" b="0">
                <a:solidFill>
                  <a:srgbClr val="B0ACC9"/>
                </a:solidFill>
                <a:latin typeface="Helvetica Neue"/>
                <a:ea typeface="Helvetica Neue"/>
                <a:cs typeface="Helvetica Neue"/>
              </a:defRPr>
            </a:lvl7pPr>
            <a:lvl8pPr algn="l">
              <a:defRPr sz="1350" b="0">
                <a:solidFill>
                  <a:srgbClr val="B0ACC9"/>
                </a:solidFill>
                <a:latin typeface="Helvetica Neue"/>
                <a:ea typeface="Helvetica Neue"/>
                <a:cs typeface="Helvetica Neue"/>
              </a:defRPr>
            </a:lvl8pPr>
            <a:lvl9pPr algn="l">
              <a:defRPr sz="1350" b="0">
                <a:solidFill>
                  <a:srgbClr val="B0ACC9"/>
                </a:solidFill>
                <a:latin typeface="Helvetica Neue"/>
                <a:ea typeface="Helvetica Neue"/>
                <a:cs typeface="Helvetica Neue"/>
              </a:defRPr>
            </a:lvl9pPr>
          </a:lstStyle>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Muzeyə aparan oyunlaşdırılmış kəşf platforması</a:t>
            </a:r>
          </a:p>
        </p:txBody>
      </p:sp>
      <p:sp>
        <p:nvSpPr>
          <p:cNvPr id="10" name="">
            <a:extLst xmlns:a="http://schemas.openxmlformats.org/drawingml/2006/main">
              <a:ext uri="{FF2B5EF4-FFF2-40B4-BE49-F238E27FC236}">
                <a16:creationId xmlns:a16="http://schemas.microsoft.com/office/drawing/2014/main" id="{64375FC0-A3A5-45A1-ACBE-BA268F8E5338}"/>
              </a:ext>
            </a:extLst>
          </p:cNvPr>
          <p:cNvSpPr>
            <a:spLocks xmlns:a="http://schemas.openxmlformats.org/drawingml/2006/main" noGrp="1"/>
          </p:cNvSpPr>
          <p:nvPr/>
        </p:nvSpPr>
        <p:spPr>
          <a:xfrm xmlns:a="http://schemas.openxmlformats.org/drawingml/2006/main">
            <a:off x="723900" y="5734050"/>
            <a:ext cx="1000125" cy="38100"/>
          </a:xfrm>
          <a:prstGeom xmlns:a="http://schemas.openxmlformats.org/drawingml/2006/main" prst="rect">
            <a:avLst/>
          </a:prstGeom>
          <a:solidFill xmlns:a="http://schemas.openxmlformats.org/drawingml/2006/main">
            <a:srgbClr val="F5B94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2687655-E516-4CA8-937A-60EF369D4212}"/>
              </a:ext>
            </a:extLst>
          </p:cNvPr>
          <p:cNvSpPr>
            <a:spLocks xmlns:a="http://schemas.openxmlformats.org/drawingml/2006/main" noGrp="1"/>
          </p:cNvSpPr>
          <p:nvPr/>
        </p:nvSpPr>
        <p:spPr>
          <a:xfrm xmlns:a="http://schemas.openxmlformats.org/drawingml/2006/main">
            <a:off x="723900" y="59245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B0ACC9"/>
                </a:solidFill>
                <a:latin typeface="Helvetica Neue"/>
                <a:ea typeface="Helvetica Neue"/>
                <a:cs typeface="Helvetica Neue"/>
              </a:defRPr>
            </a:defPPr>
            <a:lvl1pPr algn="l">
              <a:defRPr sz="1125" b="1">
                <a:solidFill>
                  <a:srgbClr val="B0ACC9"/>
                </a:solidFill>
                <a:latin typeface="Helvetica Neue"/>
                <a:ea typeface="Helvetica Neue"/>
                <a:cs typeface="Helvetica Neue"/>
              </a:defRPr>
            </a:lvl1pPr>
            <a:lvl2pPr algn="l">
              <a:defRPr sz="1125" b="1">
                <a:solidFill>
                  <a:srgbClr val="B0ACC9"/>
                </a:solidFill>
                <a:latin typeface="Helvetica Neue"/>
                <a:ea typeface="Helvetica Neue"/>
                <a:cs typeface="Helvetica Neue"/>
              </a:defRPr>
            </a:lvl2pPr>
            <a:lvl3pPr algn="l">
              <a:defRPr sz="1125" b="1">
                <a:solidFill>
                  <a:srgbClr val="B0ACC9"/>
                </a:solidFill>
                <a:latin typeface="Helvetica Neue"/>
                <a:ea typeface="Helvetica Neue"/>
                <a:cs typeface="Helvetica Neue"/>
              </a:defRPr>
            </a:lvl3pPr>
            <a:lvl4pPr algn="l">
              <a:defRPr sz="1125" b="1">
                <a:solidFill>
                  <a:srgbClr val="B0ACC9"/>
                </a:solidFill>
                <a:latin typeface="Helvetica Neue"/>
                <a:ea typeface="Helvetica Neue"/>
                <a:cs typeface="Helvetica Neue"/>
              </a:defRPr>
            </a:lvl4pPr>
            <a:lvl5pPr algn="l">
              <a:defRPr sz="1125" b="1">
                <a:solidFill>
                  <a:srgbClr val="B0ACC9"/>
                </a:solidFill>
                <a:latin typeface="Helvetica Neue"/>
                <a:ea typeface="Helvetica Neue"/>
                <a:cs typeface="Helvetica Neue"/>
              </a:defRPr>
            </a:lvl5pPr>
            <a:lvl6pPr algn="l">
              <a:defRPr sz="1125" b="1">
                <a:solidFill>
                  <a:srgbClr val="B0ACC9"/>
                </a:solidFill>
                <a:latin typeface="Helvetica Neue"/>
                <a:ea typeface="Helvetica Neue"/>
                <a:cs typeface="Helvetica Neue"/>
              </a:defRPr>
            </a:lvl6pPr>
            <a:lvl7pPr algn="l">
              <a:defRPr sz="1125" b="1">
                <a:solidFill>
                  <a:srgbClr val="B0ACC9"/>
                </a:solidFill>
                <a:latin typeface="Helvetica Neue"/>
                <a:ea typeface="Helvetica Neue"/>
                <a:cs typeface="Helvetica Neue"/>
              </a:defRPr>
            </a:lvl7pPr>
            <a:lvl8pPr algn="l">
              <a:defRPr sz="1125" b="1">
                <a:solidFill>
                  <a:srgbClr val="B0ACC9"/>
                </a:solidFill>
                <a:latin typeface="Helvetica Neue"/>
                <a:ea typeface="Helvetica Neue"/>
                <a:cs typeface="Helvetica Neue"/>
              </a:defRPr>
            </a:lvl8pPr>
            <a:lvl9pPr algn="l">
              <a:defRPr sz="1125" b="1">
                <a:solidFill>
                  <a:srgbClr val="B0ACC9"/>
                </a:solidFill>
                <a:latin typeface="Helvetica Neue"/>
                <a:ea typeface="Helvetica Neue"/>
                <a:cs typeface="Helvetica Neue"/>
              </a:defRPr>
            </a:lvl9pPr>
          </a:lstStyle>
          <a:p xmlns:a="http://schemas.openxmlformats.org/drawingml/2006/main">
            <a:pPr algn="l">
              <a:defRPr sz="1125" b="1">
                <a:solidFill>
                  <a:srgbClr val="B0ACC9"/>
                </a:solidFill>
                <a:latin typeface="Helvetica Neue"/>
                <a:ea typeface="Helvetica Neue"/>
                <a:cs typeface="Helvetica Neue"/>
              </a:defRPr>
            </a:pPr>
            <a:r>
              <a:rPr sz="1125" b="1">
                <a:solidFill>
                  <a:srgbClr val="B0ACC9"/>
                </a:solidFill>
                <a:latin typeface="Helvetica Neue"/>
                <a:ea typeface="Helvetica Neue"/>
                <a:cs typeface="Helvetica Neue"/>
              </a:rPr>
              <a:t>5 dəqiqəlik təqdimat</a:t>
            </a:r>
          </a:p>
        </p:txBody>
      </p:sp>
    </p:spTree>
    <p:extLst>
      <p:ext uri="{BB962C8B-B14F-4D97-AF65-F5344CB8AC3E}">
        <p14:creationId xmlns:p14="http://schemas.microsoft.com/office/powerpoint/2010/main" val="815264279"/>
      </p:ext>
    </p:extLst>
  </p:cSld>
</p:sld>
</file>

<file path=ppt/slides/slide2.xml><?xml version="1.0" encoding="utf-8"?>
<p:sld xmlns:p="http://schemas.openxmlformats.org/presentationml/2006/main">
  <p:cSld>
    <p:bg>
      <p:bgPr>
        <a:solidFill xmlns:a="http://schemas.openxmlformats.org/drawingml/2006/main">
          <a:srgbClr val="080C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D8A0D8C-E3B9-4F05-8CBB-0922BEFC8C33}"/>
              </a:ext>
            </a:extLst>
          </p:cNvPr>
          <p:cNvSpPr>
            <a:spLocks xmlns:a="http://schemas.openxmlformats.org/drawingml/2006/main" noGrp="1"/>
          </p:cNvSpPr>
          <p:nvPr/>
        </p:nvSpPr>
        <p:spPr>
          <a:xfrm xmlns:a="http://schemas.openxmlformats.org/drawingml/2006/main">
            <a:off x="609600" y="323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E4C9"/>
                </a:solidFill>
                <a:latin typeface="Helvetica Neue"/>
                <a:ea typeface="Helvetica Neue"/>
                <a:cs typeface="Helvetica Neue"/>
              </a:defRPr>
            </a:defPPr>
            <a:lvl1pPr algn="l">
              <a:defRPr sz="1125" b="1">
                <a:solidFill>
                  <a:srgbClr val="A0E4C9"/>
                </a:solidFill>
                <a:latin typeface="Helvetica Neue"/>
                <a:ea typeface="Helvetica Neue"/>
                <a:cs typeface="Helvetica Neue"/>
              </a:defRPr>
            </a:lvl1pPr>
            <a:lvl2pPr algn="l">
              <a:defRPr sz="1125" b="1">
                <a:solidFill>
                  <a:srgbClr val="A0E4C9"/>
                </a:solidFill>
                <a:latin typeface="Helvetica Neue"/>
                <a:ea typeface="Helvetica Neue"/>
                <a:cs typeface="Helvetica Neue"/>
              </a:defRPr>
            </a:lvl2pPr>
            <a:lvl3pPr algn="l">
              <a:defRPr sz="1125" b="1">
                <a:solidFill>
                  <a:srgbClr val="A0E4C9"/>
                </a:solidFill>
                <a:latin typeface="Helvetica Neue"/>
                <a:ea typeface="Helvetica Neue"/>
                <a:cs typeface="Helvetica Neue"/>
              </a:defRPr>
            </a:lvl3pPr>
            <a:lvl4pPr algn="l">
              <a:defRPr sz="1125" b="1">
                <a:solidFill>
                  <a:srgbClr val="A0E4C9"/>
                </a:solidFill>
                <a:latin typeface="Helvetica Neue"/>
                <a:ea typeface="Helvetica Neue"/>
                <a:cs typeface="Helvetica Neue"/>
              </a:defRPr>
            </a:lvl4pPr>
            <a:lvl5pPr algn="l">
              <a:defRPr sz="1125" b="1">
                <a:solidFill>
                  <a:srgbClr val="A0E4C9"/>
                </a:solidFill>
                <a:latin typeface="Helvetica Neue"/>
                <a:ea typeface="Helvetica Neue"/>
                <a:cs typeface="Helvetica Neue"/>
              </a:defRPr>
            </a:lvl5pPr>
            <a:lvl6pPr algn="l">
              <a:defRPr sz="1125" b="1">
                <a:solidFill>
                  <a:srgbClr val="A0E4C9"/>
                </a:solidFill>
                <a:latin typeface="Helvetica Neue"/>
                <a:ea typeface="Helvetica Neue"/>
                <a:cs typeface="Helvetica Neue"/>
              </a:defRPr>
            </a:lvl6pPr>
            <a:lvl7pPr algn="l">
              <a:defRPr sz="1125" b="1">
                <a:solidFill>
                  <a:srgbClr val="A0E4C9"/>
                </a:solidFill>
                <a:latin typeface="Helvetica Neue"/>
                <a:ea typeface="Helvetica Neue"/>
                <a:cs typeface="Helvetica Neue"/>
              </a:defRPr>
            </a:lvl7pPr>
            <a:lvl8pPr algn="l">
              <a:defRPr sz="1125" b="1">
                <a:solidFill>
                  <a:srgbClr val="A0E4C9"/>
                </a:solidFill>
                <a:latin typeface="Helvetica Neue"/>
                <a:ea typeface="Helvetica Neue"/>
                <a:cs typeface="Helvetica Neue"/>
              </a:defRPr>
            </a:lvl8pPr>
            <a:lvl9pPr algn="l">
              <a:defRPr sz="1125" b="1">
                <a:solidFill>
                  <a:srgbClr val="A0E4C9"/>
                </a:solidFill>
                <a:latin typeface="Helvetica Neue"/>
                <a:ea typeface="Helvetica Neue"/>
                <a:cs typeface="Helvetica Neue"/>
              </a:defRPr>
            </a:lvl9pPr>
          </a:lstStyle>
          <a:p xmlns:a="http://schemas.openxmlformats.org/drawingml/2006/main">
            <a:pPr algn="l">
              <a:defRPr sz="1125" b="1">
                <a:solidFill>
                  <a:srgbClr val="A0E4C9"/>
                </a:solidFill>
                <a:latin typeface="Helvetica Neue"/>
                <a:ea typeface="Helvetica Neue"/>
                <a:cs typeface="Helvetica Neue"/>
              </a:defRPr>
            </a:pPr>
            <a:r>
              <a:rPr sz="1125" b="1">
                <a:solidFill>
                  <a:srgbClr val="A0E4C9"/>
                </a:solidFill>
                <a:latin typeface="Helvetica Neue"/>
                <a:ea typeface="Helvetica Neue"/>
                <a:cs typeface="Helvetica Neue"/>
              </a:rPr>
              <a:t>ÇIRAQ</a:t>
            </a:r>
          </a:p>
        </p:txBody>
      </p:sp>
      <p:sp>
        <p:nvSpPr>
          <p:cNvPr id="2" name="">
            <a:extLst xmlns:a="http://schemas.openxmlformats.org/drawingml/2006/main">
              <a:ext uri="{FF2B5EF4-FFF2-40B4-BE49-F238E27FC236}">
                <a16:creationId xmlns:a16="http://schemas.microsoft.com/office/drawing/2014/main" id="{99D94958-7CD0-4FCA-98BD-D8038B6408F6}"/>
              </a:ext>
            </a:extLst>
          </p:cNvPr>
          <p:cNvSpPr>
            <a:spLocks xmlns:a="http://schemas.openxmlformats.org/drawingml/2006/main" noGrp="1"/>
          </p:cNvSpPr>
          <p:nvPr/>
        </p:nvSpPr>
        <p:spPr>
          <a:xfrm xmlns:a="http://schemas.openxmlformats.org/drawingml/2006/main">
            <a:off x="609600" y="7524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F7F5FF"/>
                </a:solidFill>
                <a:latin typeface="Helvetica Neue"/>
                <a:ea typeface="Helvetica Neue"/>
                <a:cs typeface="Helvetica Neue"/>
              </a:defRPr>
            </a:defPPr>
            <a:lvl1pPr algn="l">
              <a:defRPr sz="2925" b="1">
                <a:solidFill>
                  <a:srgbClr val="F7F5FF"/>
                </a:solidFill>
                <a:latin typeface="Helvetica Neue"/>
                <a:ea typeface="Helvetica Neue"/>
                <a:cs typeface="Helvetica Neue"/>
              </a:defRPr>
            </a:lvl1pPr>
            <a:lvl2pPr algn="l">
              <a:defRPr sz="2925" b="1">
                <a:solidFill>
                  <a:srgbClr val="F7F5FF"/>
                </a:solidFill>
                <a:latin typeface="Helvetica Neue"/>
                <a:ea typeface="Helvetica Neue"/>
                <a:cs typeface="Helvetica Neue"/>
              </a:defRPr>
            </a:lvl2pPr>
            <a:lvl3pPr algn="l">
              <a:defRPr sz="2925" b="1">
                <a:solidFill>
                  <a:srgbClr val="F7F5FF"/>
                </a:solidFill>
                <a:latin typeface="Helvetica Neue"/>
                <a:ea typeface="Helvetica Neue"/>
                <a:cs typeface="Helvetica Neue"/>
              </a:defRPr>
            </a:lvl3pPr>
            <a:lvl4pPr algn="l">
              <a:defRPr sz="2925" b="1">
                <a:solidFill>
                  <a:srgbClr val="F7F5FF"/>
                </a:solidFill>
                <a:latin typeface="Helvetica Neue"/>
                <a:ea typeface="Helvetica Neue"/>
                <a:cs typeface="Helvetica Neue"/>
              </a:defRPr>
            </a:lvl4pPr>
            <a:lvl5pPr algn="l">
              <a:defRPr sz="2925" b="1">
                <a:solidFill>
                  <a:srgbClr val="F7F5FF"/>
                </a:solidFill>
                <a:latin typeface="Helvetica Neue"/>
                <a:ea typeface="Helvetica Neue"/>
                <a:cs typeface="Helvetica Neue"/>
              </a:defRPr>
            </a:lvl5pPr>
            <a:lvl6pPr algn="l">
              <a:defRPr sz="2925" b="1">
                <a:solidFill>
                  <a:srgbClr val="F7F5FF"/>
                </a:solidFill>
                <a:latin typeface="Helvetica Neue"/>
                <a:ea typeface="Helvetica Neue"/>
                <a:cs typeface="Helvetica Neue"/>
              </a:defRPr>
            </a:lvl6pPr>
            <a:lvl7pPr algn="l">
              <a:defRPr sz="2925" b="1">
                <a:solidFill>
                  <a:srgbClr val="F7F5FF"/>
                </a:solidFill>
                <a:latin typeface="Helvetica Neue"/>
                <a:ea typeface="Helvetica Neue"/>
                <a:cs typeface="Helvetica Neue"/>
              </a:defRPr>
            </a:lvl7pPr>
            <a:lvl8pPr algn="l">
              <a:defRPr sz="2925" b="1">
                <a:solidFill>
                  <a:srgbClr val="F7F5FF"/>
                </a:solidFill>
                <a:latin typeface="Helvetica Neue"/>
                <a:ea typeface="Helvetica Neue"/>
                <a:cs typeface="Helvetica Neue"/>
              </a:defRPr>
            </a:lvl8pPr>
            <a:lvl9pPr algn="l">
              <a:defRPr sz="2925" b="1">
                <a:solidFill>
                  <a:srgbClr val="F7F5FF"/>
                </a:solidFill>
                <a:latin typeface="Helvetica Neue"/>
                <a:ea typeface="Helvetica Neue"/>
                <a:cs typeface="Helvetica Neue"/>
              </a:defRPr>
            </a:lvl9pPr>
          </a:lstStyle>
          <a:p xmlns:a="http://schemas.openxmlformats.org/drawingml/2006/main">
            <a:pPr algn="l">
              <a:defRPr sz="2925" b="1">
                <a:solidFill>
                  <a:srgbClr val="F7F5FF"/>
                </a:solidFill>
                <a:latin typeface="Helvetica Neue"/>
                <a:ea typeface="Helvetica Neue"/>
                <a:cs typeface="Helvetica Neue"/>
              </a:defRPr>
            </a:pPr>
            <a:r>
              <a:rPr sz="2925" b="1">
                <a:solidFill>
                  <a:srgbClr val="F7F5FF"/>
                </a:solidFill>
                <a:latin typeface="Helvetica Neue"/>
                <a:ea typeface="Helvetica Neue"/>
                <a:cs typeface="Helvetica Neue"/>
              </a:rPr>
              <a:t>Ziyarətçi üçün yol aydın olmalıdır</a:t>
            </a:r>
          </a:p>
        </p:txBody>
      </p:sp>
      <p:sp>
        <p:nvSpPr>
          <p:cNvPr id="3" name="">
            <a:extLst xmlns:a="http://schemas.openxmlformats.org/drawingml/2006/main">
              <a:ext uri="{FF2B5EF4-FFF2-40B4-BE49-F238E27FC236}">
                <a16:creationId xmlns:a16="http://schemas.microsoft.com/office/drawing/2014/main" id="{5EDD447C-F627-4AEC-8A99-88769E1FC1F7}"/>
              </a:ext>
            </a:extLst>
          </p:cNvPr>
          <p:cNvSpPr>
            <a:spLocks xmlns:a="http://schemas.openxmlformats.org/drawingml/2006/main" noGrp="1"/>
          </p:cNvSpPr>
          <p:nvPr/>
        </p:nvSpPr>
        <p:spPr>
          <a:xfrm xmlns:a="http://schemas.openxmlformats.org/drawingml/2006/main">
            <a:off x="609600" y="138112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Çıraq üç sadə sualı bir məhsul axınına bağlayır.</a:t>
            </a:r>
          </a:p>
        </p:txBody>
      </p:sp>
      <p:sp>
        <p:nvSpPr>
          <p:cNvPr id="4" name="">
            <a:extLst xmlns:a="http://schemas.openxmlformats.org/drawingml/2006/main">
              <a:ext uri="{FF2B5EF4-FFF2-40B4-BE49-F238E27FC236}">
                <a16:creationId xmlns:a16="http://schemas.microsoft.com/office/drawing/2014/main" id="{E62492D4-56BB-4D09-AC35-36E54E0473DB}"/>
              </a:ext>
            </a:extLst>
          </p:cNvPr>
          <p:cNvSpPr>
            <a:spLocks xmlns:a="http://schemas.openxmlformats.org/drawingml/2006/main" noGrp="1"/>
          </p:cNvSpPr>
          <p:nvPr/>
        </p:nvSpPr>
        <p:spPr>
          <a:xfrm xmlns:a="http://schemas.openxmlformats.org/drawingml/2006/main">
            <a:off x="609600" y="1924050"/>
            <a:ext cx="552450" cy="38100"/>
          </a:xfrm>
          <a:prstGeom xmlns:a="http://schemas.openxmlformats.org/drawingml/2006/main" prst="rect">
            <a:avLst/>
          </a:prstGeom>
          <a:solidFill xmlns:a="http://schemas.openxmlformats.org/drawingml/2006/main">
            <a:srgbClr val="F5B9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9D1700-E26E-4AE3-9677-2212A498B177}"/>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716556-4B26-43FD-9D12-D2C011C8F88B}"/>
              </a:ext>
            </a:extLst>
          </p:cNvPr>
          <p:cNvSpPr>
            <a:spLocks xmlns:a="http://schemas.openxmlformats.org/drawingml/2006/main" noGrp="1"/>
          </p:cNvSpPr>
          <p:nvPr/>
        </p:nvSpPr>
        <p:spPr>
          <a:xfrm xmlns:a="http://schemas.openxmlformats.org/drawingml/2006/main">
            <a:off x="609600" y="65151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0ACC9"/>
                </a:solidFill>
                <a:latin typeface="Helvetica Neue"/>
                <a:ea typeface="Helvetica Neue"/>
                <a:cs typeface="Helvetica Neue"/>
              </a:defRPr>
            </a:defPPr>
            <a:lvl1pPr algn="l">
              <a:defRPr sz="900" b="1">
                <a:solidFill>
                  <a:srgbClr val="B0ACC9"/>
                </a:solidFill>
                <a:latin typeface="Helvetica Neue"/>
                <a:ea typeface="Helvetica Neue"/>
                <a:cs typeface="Helvetica Neue"/>
              </a:defRPr>
            </a:lvl1pPr>
            <a:lvl2pPr algn="l">
              <a:defRPr sz="900" b="1">
                <a:solidFill>
                  <a:srgbClr val="B0ACC9"/>
                </a:solidFill>
                <a:latin typeface="Helvetica Neue"/>
                <a:ea typeface="Helvetica Neue"/>
                <a:cs typeface="Helvetica Neue"/>
              </a:defRPr>
            </a:lvl2pPr>
            <a:lvl3pPr algn="l">
              <a:defRPr sz="900" b="1">
                <a:solidFill>
                  <a:srgbClr val="B0ACC9"/>
                </a:solidFill>
                <a:latin typeface="Helvetica Neue"/>
                <a:ea typeface="Helvetica Neue"/>
                <a:cs typeface="Helvetica Neue"/>
              </a:defRPr>
            </a:lvl3pPr>
            <a:lvl4pPr algn="l">
              <a:defRPr sz="900" b="1">
                <a:solidFill>
                  <a:srgbClr val="B0ACC9"/>
                </a:solidFill>
                <a:latin typeface="Helvetica Neue"/>
                <a:ea typeface="Helvetica Neue"/>
                <a:cs typeface="Helvetica Neue"/>
              </a:defRPr>
            </a:lvl4pPr>
            <a:lvl5pPr algn="l">
              <a:defRPr sz="900" b="1">
                <a:solidFill>
                  <a:srgbClr val="B0ACC9"/>
                </a:solidFill>
                <a:latin typeface="Helvetica Neue"/>
                <a:ea typeface="Helvetica Neue"/>
                <a:cs typeface="Helvetica Neue"/>
              </a:defRPr>
            </a:lvl5pPr>
            <a:lvl6pPr algn="l">
              <a:defRPr sz="900" b="1">
                <a:solidFill>
                  <a:srgbClr val="B0ACC9"/>
                </a:solidFill>
                <a:latin typeface="Helvetica Neue"/>
                <a:ea typeface="Helvetica Neue"/>
                <a:cs typeface="Helvetica Neue"/>
              </a:defRPr>
            </a:lvl6pPr>
            <a:lvl7pPr algn="l">
              <a:defRPr sz="900" b="1">
                <a:solidFill>
                  <a:srgbClr val="B0ACC9"/>
                </a:solidFill>
                <a:latin typeface="Helvetica Neue"/>
                <a:ea typeface="Helvetica Neue"/>
                <a:cs typeface="Helvetica Neue"/>
              </a:defRPr>
            </a:lvl7pPr>
            <a:lvl8pPr algn="l">
              <a:defRPr sz="900" b="1">
                <a:solidFill>
                  <a:srgbClr val="B0ACC9"/>
                </a:solidFill>
                <a:latin typeface="Helvetica Neue"/>
                <a:ea typeface="Helvetica Neue"/>
                <a:cs typeface="Helvetica Neue"/>
              </a:defRPr>
            </a:lvl8pPr>
            <a:lvl9pPr algn="l">
              <a:defRPr sz="900" b="1">
                <a:solidFill>
                  <a:srgbClr val="B0ACC9"/>
                </a:solidFill>
                <a:latin typeface="Helvetica Neue"/>
                <a:ea typeface="Helvetica Neue"/>
                <a:cs typeface="Helvetica Neue"/>
              </a:defRPr>
            </a:lvl9pPr>
          </a:lstStyle>
          <a:p xmlns:a="http://schemas.openxmlformats.org/drawingml/2006/main">
            <a:pPr algn="l">
              <a:defRPr sz="900" b="1">
                <a:solidFill>
                  <a:srgbClr val="B0ACC9"/>
                </a:solidFill>
                <a:latin typeface="Helvetica Neue"/>
                <a:ea typeface="Helvetica Neue"/>
                <a:cs typeface="Helvetica Neue"/>
              </a:defRPr>
            </a:pPr>
            <a:r>
              <a:rPr sz="900" b="1">
                <a:solidFill>
                  <a:srgbClr val="B0ACC9"/>
                </a:solidFill>
                <a:latin typeface="Helvetica Neue"/>
                <a:ea typeface="Helvetica Neue"/>
                <a:cs typeface="Helvetica Neue"/>
              </a:rPr>
              <a:t>ÇIRAQ  ·  MUZEYƏ GEDƏN MACƏRA</a:t>
            </a:r>
          </a:p>
        </p:txBody>
      </p:sp>
      <p:sp>
        <p:nvSpPr>
          <p:cNvPr id="7" name="">
            <a:extLst xmlns:a="http://schemas.openxmlformats.org/drawingml/2006/main">
              <a:ext uri="{FF2B5EF4-FFF2-40B4-BE49-F238E27FC236}">
                <a16:creationId xmlns:a16="http://schemas.microsoft.com/office/drawing/2014/main" id="{B4A3AAC2-28F9-4A0A-ACFD-576EA892F68E}"/>
              </a:ext>
            </a:extLst>
          </p:cNvPr>
          <p:cNvSpPr>
            <a:spLocks xmlns:a="http://schemas.openxmlformats.org/drawingml/2006/main" noGrp="1"/>
          </p:cNvSpPr>
          <p:nvPr/>
        </p:nvSpPr>
        <p:spPr>
          <a:xfrm xmlns:a="http://schemas.openxmlformats.org/drawingml/2006/main">
            <a:off x="10572750" y="64865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A0E4C9"/>
                </a:solidFill>
                <a:latin typeface="Helvetica Neue"/>
                <a:ea typeface="Helvetica Neue"/>
                <a:cs typeface="Helvetica Neue"/>
              </a:defRPr>
            </a:defPPr>
            <a:lvl1pPr algn="r">
              <a:defRPr sz="975" b="1">
                <a:solidFill>
                  <a:srgbClr val="A0E4C9"/>
                </a:solidFill>
                <a:latin typeface="Helvetica Neue"/>
                <a:ea typeface="Helvetica Neue"/>
                <a:cs typeface="Helvetica Neue"/>
              </a:defRPr>
            </a:lvl1pPr>
            <a:lvl2pPr algn="r">
              <a:defRPr sz="975" b="1">
                <a:solidFill>
                  <a:srgbClr val="A0E4C9"/>
                </a:solidFill>
                <a:latin typeface="Helvetica Neue"/>
                <a:ea typeface="Helvetica Neue"/>
                <a:cs typeface="Helvetica Neue"/>
              </a:defRPr>
            </a:lvl2pPr>
            <a:lvl3pPr algn="r">
              <a:defRPr sz="975" b="1">
                <a:solidFill>
                  <a:srgbClr val="A0E4C9"/>
                </a:solidFill>
                <a:latin typeface="Helvetica Neue"/>
                <a:ea typeface="Helvetica Neue"/>
                <a:cs typeface="Helvetica Neue"/>
              </a:defRPr>
            </a:lvl3pPr>
            <a:lvl4pPr algn="r">
              <a:defRPr sz="975" b="1">
                <a:solidFill>
                  <a:srgbClr val="A0E4C9"/>
                </a:solidFill>
                <a:latin typeface="Helvetica Neue"/>
                <a:ea typeface="Helvetica Neue"/>
                <a:cs typeface="Helvetica Neue"/>
              </a:defRPr>
            </a:lvl4pPr>
            <a:lvl5pPr algn="r">
              <a:defRPr sz="975" b="1">
                <a:solidFill>
                  <a:srgbClr val="A0E4C9"/>
                </a:solidFill>
                <a:latin typeface="Helvetica Neue"/>
                <a:ea typeface="Helvetica Neue"/>
                <a:cs typeface="Helvetica Neue"/>
              </a:defRPr>
            </a:lvl5pPr>
            <a:lvl6pPr algn="r">
              <a:defRPr sz="975" b="1">
                <a:solidFill>
                  <a:srgbClr val="A0E4C9"/>
                </a:solidFill>
                <a:latin typeface="Helvetica Neue"/>
                <a:ea typeface="Helvetica Neue"/>
                <a:cs typeface="Helvetica Neue"/>
              </a:defRPr>
            </a:lvl6pPr>
            <a:lvl7pPr algn="r">
              <a:defRPr sz="975" b="1">
                <a:solidFill>
                  <a:srgbClr val="A0E4C9"/>
                </a:solidFill>
                <a:latin typeface="Helvetica Neue"/>
                <a:ea typeface="Helvetica Neue"/>
                <a:cs typeface="Helvetica Neue"/>
              </a:defRPr>
            </a:lvl7pPr>
            <a:lvl8pPr algn="r">
              <a:defRPr sz="975" b="1">
                <a:solidFill>
                  <a:srgbClr val="A0E4C9"/>
                </a:solidFill>
                <a:latin typeface="Helvetica Neue"/>
                <a:ea typeface="Helvetica Neue"/>
                <a:cs typeface="Helvetica Neue"/>
              </a:defRPr>
            </a:lvl8pPr>
            <a:lvl9pPr algn="r">
              <a:defRPr sz="975" b="1">
                <a:solidFill>
                  <a:srgbClr val="A0E4C9"/>
                </a:solidFill>
                <a:latin typeface="Helvetica Neue"/>
                <a:ea typeface="Helvetica Neue"/>
                <a:cs typeface="Helvetica Neue"/>
              </a:defRPr>
            </a:lvl9pPr>
          </a:lstStyle>
          <a:p xmlns:a="http://schemas.openxmlformats.org/drawingml/2006/main">
            <a:pPr algn="r">
              <a:defRPr sz="975" b="1">
                <a:solidFill>
                  <a:srgbClr val="A0E4C9"/>
                </a:solidFill>
                <a:latin typeface="Helvetica Neue"/>
                <a:ea typeface="Helvetica Neue"/>
                <a:cs typeface="Helvetica Neue"/>
              </a:defRPr>
            </a:pPr>
            <a:r>
              <a:rPr sz="975" b="1">
                <a:solidFill>
                  <a:srgbClr val="A0E4C9"/>
                </a:solidFill>
                <a:latin typeface="Helvetica Neue"/>
                <a:ea typeface="Helvetica Neue"/>
                <a:cs typeface="Helvetica Neue"/>
              </a:rPr>
              <a:t>02 / 07</a:t>
            </a:r>
          </a:p>
        </p:txBody>
      </p:sp>
      <p:sp>
        <p:nvSpPr>
          <p:cNvPr id="8" name="">
            <a:extLst xmlns:a="http://schemas.openxmlformats.org/drawingml/2006/main">
              <a:ext uri="{FF2B5EF4-FFF2-40B4-BE49-F238E27FC236}">
                <a16:creationId xmlns:a16="http://schemas.microsoft.com/office/drawing/2014/main" id="{E26FF92E-D525-4C9C-80D2-6CD49D7368BA}"/>
              </a:ext>
            </a:extLst>
          </p:cNvPr>
          <p:cNvSpPr>
            <a:spLocks xmlns:a="http://schemas.openxmlformats.org/drawingml/2006/main" noGrp="1"/>
          </p:cNvSpPr>
          <p:nvPr/>
        </p:nvSpPr>
        <p:spPr>
          <a:xfrm xmlns:a="http://schemas.openxmlformats.org/drawingml/2006/main">
            <a:off x="723900" y="2409825"/>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A0E4C9"/>
                </a:solidFill>
                <a:latin typeface="Helvetica Neue"/>
                <a:ea typeface="Helvetica Neue"/>
                <a:cs typeface="Helvetica Neue"/>
              </a:defRPr>
            </a:defPPr>
            <a:lvl1pPr algn="l">
              <a:defRPr sz="2100" b="1">
                <a:solidFill>
                  <a:srgbClr val="A0E4C9"/>
                </a:solidFill>
                <a:latin typeface="Helvetica Neue"/>
                <a:ea typeface="Helvetica Neue"/>
                <a:cs typeface="Helvetica Neue"/>
              </a:defRPr>
            </a:lvl1pPr>
            <a:lvl2pPr algn="l">
              <a:defRPr sz="2100" b="1">
                <a:solidFill>
                  <a:srgbClr val="A0E4C9"/>
                </a:solidFill>
                <a:latin typeface="Helvetica Neue"/>
                <a:ea typeface="Helvetica Neue"/>
                <a:cs typeface="Helvetica Neue"/>
              </a:defRPr>
            </a:lvl2pPr>
            <a:lvl3pPr algn="l">
              <a:defRPr sz="2100" b="1">
                <a:solidFill>
                  <a:srgbClr val="A0E4C9"/>
                </a:solidFill>
                <a:latin typeface="Helvetica Neue"/>
                <a:ea typeface="Helvetica Neue"/>
                <a:cs typeface="Helvetica Neue"/>
              </a:defRPr>
            </a:lvl3pPr>
            <a:lvl4pPr algn="l">
              <a:defRPr sz="2100" b="1">
                <a:solidFill>
                  <a:srgbClr val="A0E4C9"/>
                </a:solidFill>
                <a:latin typeface="Helvetica Neue"/>
                <a:ea typeface="Helvetica Neue"/>
                <a:cs typeface="Helvetica Neue"/>
              </a:defRPr>
            </a:lvl4pPr>
            <a:lvl5pPr algn="l">
              <a:defRPr sz="2100" b="1">
                <a:solidFill>
                  <a:srgbClr val="A0E4C9"/>
                </a:solidFill>
                <a:latin typeface="Helvetica Neue"/>
                <a:ea typeface="Helvetica Neue"/>
                <a:cs typeface="Helvetica Neue"/>
              </a:defRPr>
            </a:lvl5pPr>
            <a:lvl6pPr algn="l">
              <a:defRPr sz="2100" b="1">
                <a:solidFill>
                  <a:srgbClr val="A0E4C9"/>
                </a:solidFill>
                <a:latin typeface="Helvetica Neue"/>
                <a:ea typeface="Helvetica Neue"/>
                <a:cs typeface="Helvetica Neue"/>
              </a:defRPr>
            </a:lvl6pPr>
            <a:lvl7pPr algn="l">
              <a:defRPr sz="2100" b="1">
                <a:solidFill>
                  <a:srgbClr val="A0E4C9"/>
                </a:solidFill>
                <a:latin typeface="Helvetica Neue"/>
                <a:ea typeface="Helvetica Neue"/>
                <a:cs typeface="Helvetica Neue"/>
              </a:defRPr>
            </a:lvl7pPr>
            <a:lvl8pPr algn="l">
              <a:defRPr sz="2100" b="1">
                <a:solidFill>
                  <a:srgbClr val="A0E4C9"/>
                </a:solidFill>
                <a:latin typeface="Helvetica Neue"/>
                <a:ea typeface="Helvetica Neue"/>
                <a:cs typeface="Helvetica Neue"/>
              </a:defRPr>
            </a:lvl8pPr>
            <a:lvl9pPr algn="l">
              <a:defRPr sz="2100" b="1">
                <a:solidFill>
                  <a:srgbClr val="A0E4C9"/>
                </a:solidFill>
                <a:latin typeface="Helvetica Neue"/>
                <a:ea typeface="Helvetica Neue"/>
                <a:cs typeface="Helvetica Neue"/>
              </a:defRPr>
            </a:lvl9pPr>
          </a:lstStyle>
          <a:p xmlns:a="http://schemas.openxmlformats.org/drawingml/2006/main">
            <a:pPr algn="l">
              <a:defRPr sz="2100" b="1">
                <a:solidFill>
                  <a:srgbClr val="A0E4C9"/>
                </a:solidFill>
                <a:latin typeface="Helvetica Neue"/>
                <a:ea typeface="Helvetica Neue"/>
                <a:cs typeface="Helvetica Neue"/>
              </a:defRPr>
            </a:pPr>
            <a:r>
              <a:rPr sz="2100" b="1">
                <a:solidFill>
                  <a:srgbClr val="A0E4C9"/>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0E2E46F5-9B13-437A-A301-4C16211480A1}"/>
              </a:ext>
            </a:extLst>
          </p:cNvPr>
          <p:cNvSpPr>
            <a:spLocks xmlns:a="http://schemas.openxmlformats.org/drawingml/2006/main" noGrp="1"/>
          </p:cNvSpPr>
          <p:nvPr/>
        </p:nvSpPr>
        <p:spPr>
          <a:xfrm xmlns:a="http://schemas.openxmlformats.org/drawingml/2006/main">
            <a:off x="1562100" y="2362200"/>
            <a:ext cx="3562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7F5FF"/>
                </a:solidFill>
                <a:latin typeface="Helvetica Neue"/>
                <a:ea typeface="Helvetica Neue"/>
                <a:cs typeface="Helvetica Neue"/>
              </a:defRPr>
            </a:defPPr>
            <a:lvl1pPr algn="l">
              <a:defRPr sz="1875" b="1">
                <a:solidFill>
                  <a:srgbClr val="F7F5FF"/>
                </a:solidFill>
                <a:latin typeface="Helvetica Neue"/>
                <a:ea typeface="Helvetica Neue"/>
                <a:cs typeface="Helvetica Neue"/>
              </a:defRPr>
            </a:lvl1pPr>
            <a:lvl2pPr algn="l">
              <a:defRPr sz="1875" b="1">
                <a:solidFill>
                  <a:srgbClr val="F7F5FF"/>
                </a:solidFill>
                <a:latin typeface="Helvetica Neue"/>
                <a:ea typeface="Helvetica Neue"/>
                <a:cs typeface="Helvetica Neue"/>
              </a:defRPr>
            </a:lvl2pPr>
            <a:lvl3pPr algn="l">
              <a:defRPr sz="1875" b="1">
                <a:solidFill>
                  <a:srgbClr val="F7F5FF"/>
                </a:solidFill>
                <a:latin typeface="Helvetica Neue"/>
                <a:ea typeface="Helvetica Neue"/>
                <a:cs typeface="Helvetica Neue"/>
              </a:defRPr>
            </a:lvl3pPr>
            <a:lvl4pPr algn="l">
              <a:defRPr sz="1875" b="1">
                <a:solidFill>
                  <a:srgbClr val="F7F5FF"/>
                </a:solidFill>
                <a:latin typeface="Helvetica Neue"/>
                <a:ea typeface="Helvetica Neue"/>
                <a:cs typeface="Helvetica Neue"/>
              </a:defRPr>
            </a:lvl4pPr>
            <a:lvl5pPr algn="l">
              <a:defRPr sz="1875" b="1">
                <a:solidFill>
                  <a:srgbClr val="F7F5FF"/>
                </a:solidFill>
                <a:latin typeface="Helvetica Neue"/>
                <a:ea typeface="Helvetica Neue"/>
                <a:cs typeface="Helvetica Neue"/>
              </a:defRPr>
            </a:lvl5pPr>
            <a:lvl6pPr algn="l">
              <a:defRPr sz="1875" b="1">
                <a:solidFill>
                  <a:srgbClr val="F7F5FF"/>
                </a:solidFill>
                <a:latin typeface="Helvetica Neue"/>
                <a:ea typeface="Helvetica Neue"/>
                <a:cs typeface="Helvetica Neue"/>
              </a:defRPr>
            </a:lvl6pPr>
            <a:lvl7pPr algn="l">
              <a:defRPr sz="1875" b="1">
                <a:solidFill>
                  <a:srgbClr val="F7F5FF"/>
                </a:solidFill>
                <a:latin typeface="Helvetica Neue"/>
                <a:ea typeface="Helvetica Neue"/>
                <a:cs typeface="Helvetica Neue"/>
              </a:defRPr>
            </a:lvl7pPr>
            <a:lvl8pPr algn="l">
              <a:defRPr sz="1875" b="1">
                <a:solidFill>
                  <a:srgbClr val="F7F5FF"/>
                </a:solidFill>
                <a:latin typeface="Helvetica Neue"/>
                <a:ea typeface="Helvetica Neue"/>
                <a:cs typeface="Helvetica Neue"/>
              </a:defRPr>
            </a:lvl8pPr>
            <a:lvl9pPr algn="l">
              <a:defRPr sz="1875" b="1">
                <a:solidFill>
                  <a:srgbClr val="F7F5FF"/>
                </a:solidFill>
                <a:latin typeface="Helvetica Neue"/>
                <a:ea typeface="Helvetica Neue"/>
                <a:cs typeface="Helvetica Neue"/>
              </a:defRPr>
            </a:lvl9pPr>
          </a:lstStyle>
          <a:p xmlns:a="http://schemas.openxmlformats.org/drawingml/2006/main">
            <a:pPr algn="l">
              <a:defRPr sz="1875" b="1">
                <a:solidFill>
                  <a:srgbClr val="F7F5FF"/>
                </a:solidFill>
                <a:latin typeface="Helvetica Neue"/>
                <a:ea typeface="Helvetica Neue"/>
                <a:cs typeface="Helvetica Neue"/>
              </a:defRPr>
            </a:pPr>
            <a:r>
              <a:rPr sz="1875" b="1">
                <a:solidFill>
                  <a:srgbClr val="F7F5FF"/>
                </a:solidFill>
                <a:latin typeface="Helvetica Neue"/>
                <a:ea typeface="Helvetica Neue"/>
                <a:cs typeface="Helvetica Neue"/>
              </a:rPr>
              <a:t>Haradan başlayım?</a:t>
            </a:r>
          </a:p>
        </p:txBody>
      </p:sp>
      <p:sp>
        <p:nvSpPr>
          <p:cNvPr id="10" name="">
            <a:extLst xmlns:a="http://schemas.openxmlformats.org/drawingml/2006/main">
              <a:ext uri="{FF2B5EF4-FFF2-40B4-BE49-F238E27FC236}">
                <a16:creationId xmlns:a16="http://schemas.microsoft.com/office/drawing/2014/main" id="{E8C4B8F2-24FC-4E53-8D4E-0581D8DF15F8}"/>
              </a:ext>
            </a:extLst>
          </p:cNvPr>
          <p:cNvSpPr>
            <a:spLocks xmlns:a="http://schemas.openxmlformats.org/drawingml/2006/main" noGrp="1"/>
          </p:cNvSpPr>
          <p:nvPr/>
        </p:nvSpPr>
        <p:spPr>
          <a:xfrm xmlns:a="http://schemas.openxmlformats.org/drawingml/2006/main">
            <a:off x="5381625" y="240030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Bakı xəritəsində açıq məkan və növbəti missiya görünür.</a:t>
            </a:r>
          </a:p>
        </p:txBody>
      </p:sp>
      <p:sp>
        <p:nvSpPr>
          <p:cNvPr id="11" name="">
            <a:extLst xmlns:a="http://schemas.openxmlformats.org/drawingml/2006/main">
              <a:ext uri="{FF2B5EF4-FFF2-40B4-BE49-F238E27FC236}">
                <a16:creationId xmlns:a16="http://schemas.microsoft.com/office/drawing/2014/main" id="{13B54B6A-CBE5-4AD3-9809-01880658D194}"/>
              </a:ext>
            </a:extLst>
          </p:cNvPr>
          <p:cNvSpPr>
            <a:spLocks xmlns:a="http://schemas.openxmlformats.org/drawingml/2006/main" noGrp="1"/>
          </p:cNvSpPr>
          <p:nvPr/>
        </p:nvSpPr>
        <p:spPr>
          <a:xfrm xmlns:a="http://schemas.openxmlformats.org/drawingml/2006/main">
            <a:off x="1562100" y="3162300"/>
            <a:ext cx="97155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3082AB-D74A-4FEE-BF35-08D78AECB757}"/>
              </a:ext>
            </a:extLst>
          </p:cNvPr>
          <p:cNvSpPr>
            <a:spLocks xmlns:a="http://schemas.openxmlformats.org/drawingml/2006/main" noGrp="1"/>
          </p:cNvSpPr>
          <p:nvPr/>
        </p:nvSpPr>
        <p:spPr>
          <a:xfrm xmlns:a="http://schemas.openxmlformats.org/drawingml/2006/main">
            <a:off x="723900" y="358140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5B942"/>
                </a:solidFill>
                <a:latin typeface="Helvetica Neue"/>
                <a:ea typeface="Helvetica Neue"/>
                <a:cs typeface="Helvetica Neue"/>
              </a:defRPr>
            </a:defPPr>
            <a:lvl1pPr algn="l">
              <a:defRPr sz="2100" b="1">
                <a:solidFill>
                  <a:srgbClr val="F5B942"/>
                </a:solidFill>
                <a:latin typeface="Helvetica Neue"/>
                <a:ea typeface="Helvetica Neue"/>
                <a:cs typeface="Helvetica Neue"/>
              </a:defRPr>
            </a:lvl1pPr>
            <a:lvl2pPr algn="l">
              <a:defRPr sz="2100" b="1">
                <a:solidFill>
                  <a:srgbClr val="F5B942"/>
                </a:solidFill>
                <a:latin typeface="Helvetica Neue"/>
                <a:ea typeface="Helvetica Neue"/>
                <a:cs typeface="Helvetica Neue"/>
              </a:defRPr>
            </a:lvl2pPr>
            <a:lvl3pPr algn="l">
              <a:defRPr sz="2100" b="1">
                <a:solidFill>
                  <a:srgbClr val="F5B942"/>
                </a:solidFill>
                <a:latin typeface="Helvetica Neue"/>
                <a:ea typeface="Helvetica Neue"/>
                <a:cs typeface="Helvetica Neue"/>
              </a:defRPr>
            </a:lvl3pPr>
            <a:lvl4pPr algn="l">
              <a:defRPr sz="2100" b="1">
                <a:solidFill>
                  <a:srgbClr val="F5B942"/>
                </a:solidFill>
                <a:latin typeface="Helvetica Neue"/>
                <a:ea typeface="Helvetica Neue"/>
                <a:cs typeface="Helvetica Neue"/>
              </a:defRPr>
            </a:lvl4pPr>
            <a:lvl5pPr algn="l">
              <a:defRPr sz="2100" b="1">
                <a:solidFill>
                  <a:srgbClr val="F5B942"/>
                </a:solidFill>
                <a:latin typeface="Helvetica Neue"/>
                <a:ea typeface="Helvetica Neue"/>
                <a:cs typeface="Helvetica Neue"/>
              </a:defRPr>
            </a:lvl5pPr>
            <a:lvl6pPr algn="l">
              <a:defRPr sz="2100" b="1">
                <a:solidFill>
                  <a:srgbClr val="F5B942"/>
                </a:solidFill>
                <a:latin typeface="Helvetica Neue"/>
                <a:ea typeface="Helvetica Neue"/>
                <a:cs typeface="Helvetica Neue"/>
              </a:defRPr>
            </a:lvl6pPr>
            <a:lvl7pPr algn="l">
              <a:defRPr sz="2100" b="1">
                <a:solidFill>
                  <a:srgbClr val="F5B942"/>
                </a:solidFill>
                <a:latin typeface="Helvetica Neue"/>
                <a:ea typeface="Helvetica Neue"/>
                <a:cs typeface="Helvetica Neue"/>
              </a:defRPr>
            </a:lvl7pPr>
            <a:lvl8pPr algn="l">
              <a:defRPr sz="2100" b="1">
                <a:solidFill>
                  <a:srgbClr val="F5B942"/>
                </a:solidFill>
                <a:latin typeface="Helvetica Neue"/>
                <a:ea typeface="Helvetica Neue"/>
                <a:cs typeface="Helvetica Neue"/>
              </a:defRPr>
            </a:lvl8pPr>
            <a:lvl9pPr algn="l">
              <a:defRPr sz="2100" b="1">
                <a:solidFill>
                  <a:srgbClr val="F5B942"/>
                </a:solidFill>
                <a:latin typeface="Helvetica Neue"/>
                <a:ea typeface="Helvetica Neue"/>
                <a:cs typeface="Helvetica Neue"/>
              </a:defRPr>
            </a:lvl9pPr>
          </a:lstStyle>
          <a:p xmlns:a="http://schemas.openxmlformats.org/drawingml/2006/main">
            <a:pPr algn="l">
              <a:defRPr sz="2100" b="1">
                <a:solidFill>
                  <a:srgbClr val="F5B942"/>
                </a:solidFill>
                <a:latin typeface="Helvetica Neue"/>
                <a:ea typeface="Helvetica Neue"/>
                <a:cs typeface="Helvetica Neue"/>
              </a:defRPr>
            </a:pPr>
            <a:r>
              <a:rPr sz="2100" b="1">
                <a:solidFill>
                  <a:srgbClr val="F5B942"/>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497DEE97-585F-48A3-AEEE-984BFC1D3FE2}"/>
              </a:ext>
            </a:extLst>
          </p:cNvPr>
          <p:cNvSpPr>
            <a:spLocks xmlns:a="http://schemas.openxmlformats.org/drawingml/2006/main" noGrp="1"/>
          </p:cNvSpPr>
          <p:nvPr/>
        </p:nvSpPr>
        <p:spPr>
          <a:xfrm xmlns:a="http://schemas.openxmlformats.org/drawingml/2006/main">
            <a:off x="1562100" y="3533775"/>
            <a:ext cx="3562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7F5FF"/>
                </a:solidFill>
                <a:latin typeface="Helvetica Neue"/>
                <a:ea typeface="Helvetica Neue"/>
                <a:cs typeface="Helvetica Neue"/>
              </a:defRPr>
            </a:defPPr>
            <a:lvl1pPr algn="l">
              <a:defRPr sz="1875" b="1">
                <a:solidFill>
                  <a:srgbClr val="F7F5FF"/>
                </a:solidFill>
                <a:latin typeface="Helvetica Neue"/>
                <a:ea typeface="Helvetica Neue"/>
                <a:cs typeface="Helvetica Neue"/>
              </a:defRPr>
            </a:lvl1pPr>
            <a:lvl2pPr algn="l">
              <a:defRPr sz="1875" b="1">
                <a:solidFill>
                  <a:srgbClr val="F7F5FF"/>
                </a:solidFill>
                <a:latin typeface="Helvetica Neue"/>
                <a:ea typeface="Helvetica Neue"/>
                <a:cs typeface="Helvetica Neue"/>
              </a:defRPr>
            </a:lvl2pPr>
            <a:lvl3pPr algn="l">
              <a:defRPr sz="1875" b="1">
                <a:solidFill>
                  <a:srgbClr val="F7F5FF"/>
                </a:solidFill>
                <a:latin typeface="Helvetica Neue"/>
                <a:ea typeface="Helvetica Neue"/>
                <a:cs typeface="Helvetica Neue"/>
              </a:defRPr>
            </a:lvl3pPr>
            <a:lvl4pPr algn="l">
              <a:defRPr sz="1875" b="1">
                <a:solidFill>
                  <a:srgbClr val="F7F5FF"/>
                </a:solidFill>
                <a:latin typeface="Helvetica Neue"/>
                <a:ea typeface="Helvetica Neue"/>
                <a:cs typeface="Helvetica Neue"/>
              </a:defRPr>
            </a:lvl4pPr>
            <a:lvl5pPr algn="l">
              <a:defRPr sz="1875" b="1">
                <a:solidFill>
                  <a:srgbClr val="F7F5FF"/>
                </a:solidFill>
                <a:latin typeface="Helvetica Neue"/>
                <a:ea typeface="Helvetica Neue"/>
                <a:cs typeface="Helvetica Neue"/>
              </a:defRPr>
            </a:lvl5pPr>
            <a:lvl6pPr algn="l">
              <a:defRPr sz="1875" b="1">
                <a:solidFill>
                  <a:srgbClr val="F7F5FF"/>
                </a:solidFill>
                <a:latin typeface="Helvetica Neue"/>
                <a:ea typeface="Helvetica Neue"/>
                <a:cs typeface="Helvetica Neue"/>
              </a:defRPr>
            </a:lvl6pPr>
            <a:lvl7pPr algn="l">
              <a:defRPr sz="1875" b="1">
                <a:solidFill>
                  <a:srgbClr val="F7F5FF"/>
                </a:solidFill>
                <a:latin typeface="Helvetica Neue"/>
                <a:ea typeface="Helvetica Neue"/>
                <a:cs typeface="Helvetica Neue"/>
              </a:defRPr>
            </a:lvl7pPr>
            <a:lvl8pPr algn="l">
              <a:defRPr sz="1875" b="1">
                <a:solidFill>
                  <a:srgbClr val="F7F5FF"/>
                </a:solidFill>
                <a:latin typeface="Helvetica Neue"/>
                <a:ea typeface="Helvetica Neue"/>
                <a:cs typeface="Helvetica Neue"/>
              </a:defRPr>
            </a:lvl8pPr>
            <a:lvl9pPr algn="l">
              <a:defRPr sz="1875" b="1">
                <a:solidFill>
                  <a:srgbClr val="F7F5FF"/>
                </a:solidFill>
                <a:latin typeface="Helvetica Neue"/>
                <a:ea typeface="Helvetica Neue"/>
                <a:cs typeface="Helvetica Neue"/>
              </a:defRPr>
            </a:lvl9pPr>
          </a:lstStyle>
          <a:p xmlns:a="http://schemas.openxmlformats.org/drawingml/2006/main">
            <a:pPr algn="l">
              <a:defRPr sz="1875" b="1">
                <a:solidFill>
                  <a:srgbClr val="F7F5FF"/>
                </a:solidFill>
                <a:latin typeface="Helvetica Neue"/>
                <a:ea typeface="Helvetica Neue"/>
                <a:cs typeface="Helvetica Neue"/>
              </a:defRPr>
            </a:pPr>
            <a:r>
              <a:rPr sz="1875" b="1">
                <a:solidFill>
                  <a:srgbClr val="F7F5FF"/>
                </a:solidFill>
                <a:latin typeface="Helvetica Neue"/>
                <a:ea typeface="Helvetica Neue"/>
                <a:cs typeface="Helvetica Neue"/>
              </a:rPr>
              <a:t>Muzeydə nə edim?</a:t>
            </a:r>
          </a:p>
        </p:txBody>
      </p:sp>
      <p:sp>
        <p:nvSpPr>
          <p:cNvPr id="14" name="">
            <a:extLst xmlns:a="http://schemas.openxmlformats.org/drawingml/2006/main">
              <a:ext uri="{FF2B5EF4-FFF2-40B4-BE49-F238E27FC236}">
                <a16:creationId xmlns:a16="http://schemas.microsoft.com/office/drawing/2014/main" id="{A9F1F93C-1195-423E-9790-0C2084E7A172}"/>
              </a:ext>
            </a:extLst>
          </p:cNvPr>
          <p:cNvSpPr>
            <a:spLocks xmlns:a="http://schemas.openxmlformats.org/drawingml/2006/main" noGrp="1"/>
          </p:cNvSpPr>
          <p:nvPr/>
        </p:nvSpPr>
        <p:spPr>
          <a:xfrm xmlns:a="http://schemas.openxmlformats.org/drawingml/2006/main">
            <a:off x="5381625" y="357187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Qısa tapşırıq diqqəti eksponata və məkana yönəldir.</a:t>
            </a:r>
          </a:p>
        </p:txBody>
      </p:sp>
      <p:sp>
        <p:nvSpPr>
          <p:cNvPr id="15" name="">
            <a:extLst xmlns:a="http://schemas.openxmlformats.org/drawingml/2006/main">
              <a:ext uri="{FF2B5EF4-FFF2-40B4-BE49-F238E27FC236}">
                <a16:creationId xmlns:a16="http://schemas.microsoft.com/office/drawing/2014/main" id="{F9EF3EA1-1AB0-44F8-9422-1EFB689435BF}"/>
              </a:ext>
            </a:extLst>
          </p:cNvPr>
          <p:cNvSpPr>
            <a:spLocks xmlns:a="http://schemas.openxmlformats.org/drawingml/2006/main" noGrp="1"/>
          </p:cNvSpPr>
          <p:nvPr/>
        </p:nvSpPr>
        <p:spPr>
          <a:xfrm xmlns:a="http://schemas.openxmlformats.org/drawingml/2006/main">
            <a:off x="1562100" y="4333875"/>
            <a:ext cx="97155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0B9F489-7E60-449D-B228-522791B67B20}"/>
              </a:ext>
            </a:extLst>
          </p:cNvPr>
          <p:cNvSpPr>
            <a:spLocks xmlns:a="http://schemas.openxmlformats.org/drawingml/2006/main" noGrp="1"/>
          </p:cNvSpPr>
          <p:nvPr/>
        </p:nvSpPr>
        <p:spPr>
          <a:xfrm xmlns:a="http://schemas.openxmlformats.org/drawingml/2006/main">
            <a:off x="723900" y="4752975"/>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A0E4C9"/>
                </a:solidFill>
                <a:latin typeface="Helvetica Neue"/>
                <a:ea typeface="Helvetica Neue"/>
                <a:cs typeface="Helvetica Neue"/>
              </a:defRPr>
            </a:defPPr>
            <a:lvl1pPr algn="l">
              <a:defRPr sz="2100" b="1">
                <a:solidFill>
                  <a:srgbClr val="A0E4C9"/>
                </a:solidFill>
                <a:latin typeface="Helvetica Neue"/>
                <a:ea typeface="Helvetica Neue"/>
                <a:cs typeface="Helvetica Neue"/>
              </a:defRPr>
            </a:lvl1pPr>
            <a:lvl2pPr algn="l">
              <a:defRPr sz="2100" b="1">
                <a:solidFill>
                  <a:srgbClr val="A0E4C9"/>
                </a:solidFill>
                <a:latin typeface="Helvetica Neue"/>
                <a:ea typeface="Helvetica Neue"/>
                <a:cs typeface="Helvetica Neue"/>
              </a:defRPr>
            </a:lvl2pPr>
            <a:lvl3pPr algn="l">
              <a:defRPr sz="2100" b="1">
                <a:solidFill>
                  <a:srgbClr val="A0E4C9"/>
                </a:solidFill>
                <a:latin typeface="Helvetica Neue"/>
                <a:ea typeface="Helvetica Neue"/>
                <a:cs typeface="Helvetica Neue"/>
              </a:defRPr>
            </a:lvl3pPr>
            <a:lvl4pPr algn="l">
              <a:defRPr sz="2100" b="1">
                <a:solidFill>
                  <a:srgbClr val="A0E4C9"/>
                </a:solidFill>
                <a:latin typeface="Helvetica Neue"/>
                <a:ea typeface="Helvetica Neue"/>
                <a:cs typeface="Helvetica Neue"/>
              </a:defRPr>
            </a:lvl4pPr>
            <a:lvl5pPr algn="l">
              <a:defRPr sz="2100" b="1">
                <a:solidFill>
                  <a:srgbClr val="A0E4C9"/>
                </a:solidFill>
                <a:latin typeface="Helvetica Neue"/>
                <a:ea typeface="Helvetica Neue"/>
                <a:cs typeface="Helvetica Neue"/>
              </a:defRPr>
            </a:lvl5pPr>
            <a:lvl6pPr algn="l">
              <a:defRPr sz="2100" b="1">
                <a:solidFill>
                  <a:srgbClr val="A0E4C9"/>
                </a:solidFill>
                <a:latin typeface="Helvetica Neue"/>
                <a:ea typeface="Helvetica Neue"/>
                <a:cs typeface="Helvetica Neue"/>
              </a:defRPr>
            </a:lvl6pPr>
            <a:lvl7pPr algn="l">
              <a:defRPr sz="2100" b="1">
                <a:solidFill>
                  <a:srgbClr val="A0E4C9"/>
                </a:solidFill>
                <a:latin typeface="Helvetica Neue"/>
                <a:ea typeface="Helvetica Neue"/>
                <a:cs typeface="Helvetica Neue"/>
              </a:defRPr>
            </a:lvl7pPr>
            <a:lvl8pPr algn="l">
              <a:defRPr sz="2100" b="1">
                <a:solidFill>
                  <a:srgbClr val="A0E4C9"/>
                </a:solidFill>
                <a:latin typeface="Helvetica Neue"/>
                <a:ea typeface="Helvetica Neue"/>
                <a:cs typeface="Helvetica Neue"/>
              </a:defRPr>
            </a:lvl8pPr>
            <a:lvl9pPr algn="l">
              <a:defRPr sz="2100" b="1">
                <a:solidFill>
                  <a:srgbClr val="A0E4C9"/>
                </a:solidFill>
                <a:latin typeface="Helvetica Neue"/>
                <a:ea typeface="Helvetica Neue"/>
                <a:cs typeface="Helvetica Neue"/>
              </a:defRPr>
            </a:lvl9pPr>
          </a:lstStyle>
          <a:p xmlns:a="http://schemas.openxmlformats.org/drawingml/2006/main">
            <a:pPr algn="l">
              <a:defRPr sz="2100" b="1">
                <a:solidFill>
                  <a:srgbClr val="A0E4C9"/>
                </a:solidFill>
                <a:latin typeface="Helvetica Neue"/>
                <a:ea typeface="Helvetica Neue"/>
                <a:cs typeface="Helvetica Neue"/>
              </a:defRPr>
            </a:pPr>
            <a:r>
              <a:rPr sz="2100" b="1">
                <a:solidFill>
                  <a:srgbClr val="A0E4C9"/>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8F761D1F-A60D-4F9A-8FA3-5B252CF045D2}"/>
              </a:ext>
            </a:extLst>
          </p:cNvPr>
          <p:cNvSpPr>
            <a:spLocks xmlns:a="http://schemas.openxmlformats.org/drawingml/2006/main" noGrp="1"/>
          </p:cNvSpPr>
          <p:nvPr/>
        </p:nvSpPr>
        <p:spPr>
          <a:xfrm xmlns:a="http://schemas.openxmlformats.org/drawingml/2006/main">
            <a:off x="1562100" y="4705350"/>
            <a:ext cx="3562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7F5FF"/>
                </a:solidFill>
                <a:latin typeface="Helvetica Neue"/>
                <a:ea typeface="Helvetica Neue"/>
                <a:cs typeface="Helvetica Neue"/>
              </a:defRPr>
            </a:defPPr>
            <a:lvl1pPr algn="l">
              <a:defRPr sz="1875" b="1">
                <a:solidFill>
                  <a:srgbClr val="F7F5FF"/>
                </a:solidFill>
                <a:latin typeface="Helvetica Neue"/>
                <a:ea typeface="Helvetica Neue"/>
                <a:cs typeface="Helvetica Neue"/>
              </a:defRPr>
            </a:lvl1pPr>
            <a:lvl2pPr algn="l">
              <a:defRPr sz="1875" b="1">
                <a:solidFill>
                  <a:srgbClr val="F7F5FF"/>
                </a:solidFill>
                <a:latin typeface="Helvetica Neue"/>
                <a:ea typeface="Helvetica Neue"/>
                <a:cs typeface="Helvetica Neue"/>
              </a:defRPr>
            </a:lvl2pPr>
            <a:lvl3pPr algn="l">
              <a:defRPr sz="1875" b="1">
                <a:solidFill>
                  <a:srgbClr val="F7F5FF"/>
                </a:solidFill>
                <a:latin typeface="Helvetica Neue"/>
                <a:ea typeface="Helvetica Neue"/>
                <a:cs typeface="Helvetica Neue"/>
              </a:defRPr>
            </a:lvl3pPr>
            <a:lvl4pPr algn="l">
              <a:defRPr sz="1875" b="1">
                <a:solidFill>
                  <a:srgbClr val="F7F5FF"/>
                </a:solidFill>
                <a:latin typeface="Helvetica Neue"/>
                <a:ea typeface="Helvetica Neue"/>
                <a:cs typeface="Helvetica Neue"/>
              </a:defRPr>
            </a:lvl4pPr>
            <a:lvl5pPr algn="l">
              <a:defRPr sz="1875" b="1">
                <a:solidFill>
                  <a:srgbClr val="F7F5FF"/>
                </a:solidFill>
                <a:latin typeface="Helvetica Neue"/>
                <a:ea typeface="Helvetica Neue"/>
                <a:cs typeface="Helvetica Neue"/>
              </a:defRPr>
            </a:lvl5pPr>
            <a:lvl6pPr algn="l">
              <a:defRPr sz="1875" b="1">
                <a:solidFill>
                  <a:srgbClr val="F7F5FF"/>
                </a:solidFill>
                <a:latin typeface="Helvetica Neue"/>
                <a:ea typeface="Helvetica Neue"/>
                <a:cs typeface="Helvetica Neue"/>
              </a:defRPr>
            </a:lvl6pPr>
            <a:lvl7pPr algn="l">
              <a:defRPr sz="1875" b="1">
                <a:solidFill>
                  <a:srgbClr val="F7F5FF"/>
                </a:solidFill>
                <a:latin typeface="Helvetica Neue"/>
                <a:ea typeface="Helvetica Neue"/>
                <a:cs typeface="Helvetica Neue"/>
              </a:defRPr>
            </a:lvl7pPr>
            <a:lvl8pPr algn="l">
              <a:defRPr sz="1875" b="1">
                <a:solidFill>
                  <a:srgbClr val="F7F5FF"/>
                </a:solidFill>
                <a:latin typeface="Helvetica Neue"/>
                <a:ea typeface="Helvetica Neue"/>
                <a:cs typeface="Helvetica Neue"/>
              </a:defRPr>
            </a:lvl8pPr>
            <a:lvl9pPr algn="l">
              <a:defRPr sz="1875" b="1">
                <a:solidFill>
                  <a:srgbClr val="F7F5FF"/>
                </a:solidFill>
                <a:latin typeface="Helvetica Neue"/>
                <a:ea typeface="Helvetica Neue"/>
                <a:cs typeface="Helvetica Neue"/>
              </a:defRPr>
            </a:lvl9pPr>
          </a:lstStyle>
          <a:p xmlns:a="http://schemas.openxmlformats.org/drawingml/2006/main">
            <a:pPr algn="l">
              <a:defRPr sz="1875" b="1">
                <a:solidFill>
                  <a:srgbClr val="F7F5FF"/>
                </a:solidFill>
                <a:latin typeface="Helvetica Neue"/>
                <a:ea typeface="Helvetica Neue"/>
                <a:cs typeface="Helvetica Neue"/>
              </a:defRPr>
            </a:pPr>
            <a:r>
              <a:rPr sz="1875" b="1">
                <a:solidFill>
                  <a:srgbClr val="F7F5FF"/>
                </a:solidFill>
                <a:latin typeface="Helvetica Neue"/>
                <a:ea typeface="Helvetica Neue"/>
                <a:cs typeface="Helvetica Neue"/>
              </a:rPr>
              <a:t>Ziyarətim necə yadda qalsın?</a:t>
            </a:r>
          </a:p>
        </p:txBody>
      </p:sp>
      <p:sp>
        <p:nvSpPr>
          <p:cNvPr id="18" name="">
            <a:extLst xmlns:a="http://schemas.openxmlformats.org/drawingml/2006/main">
              <a:ext uri="{FF2B5EF4-FFF2-40B4-BE49-F238E27FC236}">
                <a16:creationId xmlns:a16="http://schemas.microsoft.com/office/drawing/2014/main" id="{35C9C701-AFEB-48F9-B3AC-521EBF833731}"/>
              </a:ext>
            </a:extLst>
          </p:cNvPr>
          <p:cNvSpPr>
            <a:spLocks xmlns:a="http://schemas.openxmlformats.org/drawingml/2006/main" noGrp="1"/>
          </p:cNvSpPr>
          <p:nvPr/>
        </p:nvSpPr>
        <p:spPr>
          <a:xfrm xmlns:a="http://schemas.openxmlformats.org/drawingml/2006/main">
            <a:off x="5381625" y="474345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XP, səviyyə, avatar, kolleksiya və komanda nəticəsi irəliləyişi göstərir.</a:t>
            </a:r>
          </a:p>
        </p:txBody>
      </p:sp>
      <p:sp>
        <p:nvSpPr>
          <p:cNvPr id="19" name="">
            <a:extLst xmlns:a="http://schemas.openxmlformats.org/drawingml/2006/main">
              <a:ext uri="{FF2B5EF4-FFF2-40B4-BE49-F238E27FC236}">
                <a16:creationId xmlns:a16="http://schemas.microsoft.com/office/drawing/2014/main" id="{411F9592-7DE2-4572-AF20-181351530067}"/>
              </a:ext>
            </a:extLst>
          </p:cNvPr>
          <p:cNvSpPr>
            <a:spLocks xmlns:a="http://schemas.openxmlformats.org/drawingml/2006/main" noGrp="1"/>
          </p:cNvSpPr>
          <p:nvPr/>
        </p:nvSpPr>
        <p:spPr>
          <a:xfrm xmlns:a="http://schemas.openxmlformats.org/drawingml/2006/main">
            <a:off x="1562100" y="5924550"/>
            <a:ext cx="904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A0E4C9"/>
                </a:solidFill>
                <a:latin typeface="Helvetica Neue"/>
                <a:ea typeface="Helvetica Neue"/>
                <a:cs typeface="Helvetica Neue"/>
              </a:defRPr>
            </a:defPPr>
            <a:lvl1pPr algn="l">
              <a:defRPr sz="1275" b="1">
                <a:solidFill>
                  <a:srgbClr val="A0E4C9"/>
                </a:solidFill>
                <a:latin typeface="Helvetica Neue"/>
                <a:ea typeface="Helvetica Neue"/>
                <a:cs typeface="Helvetica Neue"/>
              </a:defRPr>
            </a:lvl1pPr>
            <a:lvl2pPr algn="l">
              <a:defRPr sz="1275" b="1">
                <a:solidFill>
                  <a:srgbClr val="A0E4C9"/>
                </a:solidFill>
                <a:latin typeface="Helvetica Neue"/>
                <a:ea typeface="Helvetica Neue"/>
                <a:cs typeface="Helvetica Neue"/>
              </a:defRPr>
            </a:lvl2pPr>
            <a:lvl3pPr algn="l">
              <a:defRPr sz="1275" b="1">
                <a:solidFill>
                  <a:srgbClr val="A0E4C9"/>
                </a:solidFill>
                <a:latin typeface="Helvetica Neue"/>
                <a:ea typeface="Helvetica Neue"/>
                <a:cs typeface="Helvetica Neue"/>
              </a:defRPr>
            </a:lvl3pPr>
            <a:lvl4pPr algn="l">
              <a:defRPr sz="1275" b="1">
                <a:solidFill>
                  <a:srgbClr val="A0E4C9"/>
                </a:solidFill>
                <a:latin typeface="Helvetica Neue"/>
                <a:ea typeface="Helvetica Neue"/>
                <a:cs typeface="Helvetica Neue"/>
              </a:defRPr>
            </a:lvl4pPr>
            <a:lvl5pPr algn="l">
              <a:defRPr sz="1275" b="1">
                <a:solidFill>
                  <a:srgbClr val="A0E4C9"/>
                </a:solidFill>
                <a:latin typeface="Helvetica Neue"/>
                <a:ea typeface="Helvetica Neue"/>
                <a:cs typeface="Helvetica Neue"/>
              </a:defRPr>
            </a:lvl5pPr>
            <a:lvl6pPr algn="l">
              <a:defRPr sz="1275" b="1">
                <a:solidFill>
                  <a:srgbClr val="A0E4C9"/>
                </a:solidFill>
                <a:latin typeface="Helvetica Neue"/>
                <a:ea typeface="Helvetica Neue"/>
                <a:cs typeface="Helvetica Neue"/>
              </a:defRPr>
            </a:lvl6pPr>
            <a:lvl7pPr algn="l">
              <a:defRPr sz="1275" b="1">
                <a:solidFill>
                  <a:srgbClr val="A0E4C9"/>
                </a:solidFill>
                <a:latin typeface="Helvetica Neue"/>
                <a:ea typeface="Helvetica Neue"/>
                <a:cs typeface="Helvetica Neue"/>
              </a:defRPr>
            </a:lvl7pPr>
            <a:lvl8pPr algn="l">
              <a:defRPr sz="1275" b="1">
                <a:solidFill>
                  <a:srgbClr val="A0E4C9"/>
                </a:solidFill>
                <a:latin typeface="Helvetica Neue"/>
                <a:ea typeface="Helvetica Neue"/>
                <a:cs typeface="Helvetica Neue"/>
              </a:defRPr>
            </a:lvl8pPr>
            <a:lvl9pPr algn="l">
              <a:defRPr sz="1275" b="1">
                <a:solidFill>
                  <a:srgbClr val="A0E4C9"/>
                </a:solidFill>
                <a:latin typeface="Helvetica Neue"/>
                <a:ea typeface="Helvetica Neue"/>
                <a:cs typeface="Helvetica Neue"/>
              </a:defRPr>
            </a:lvl9pPr>
          </a:lstStyle>
          <a:p xmlns:a="http://schemas.openxmlformats.org/drawingml/2006/main">
            <a:pPr algn="l">
              <a:defRPr sz="1275" b="1">
                <a:solidFill>
                  <a:srgbClr val="A0E4C9"/>
                </a:solidFill>
                <a:latin typeface="Helvetica Neue"/>
                <a:ea typeface="Helvetica Neue"/>
                <a:cs typeface="Helvetica Neue"/>
              </a:defRPr>
            </a:pPr>
            <a:r>
              <a:rPr sz="1275" b="1">
                <a:solidFill>
                  <a:srgbClr val="A0E4C9"/>
                </a:solidFill>
                <a:latin typeface="Helvetica Neue"/>
                <a:ea typeface="Helvetica Neue"/>
                <a:cs typeface="Helvetica Neue"/>
              </a:rPr>
              <a:t>Oyun real muzey ziyarətini əvəz etmir — onu əsas addıma çevirir.</a:t>
            </a:r>
          </a:p>
        </p:txBody>
      </p:sp>
    </p:spTree>
    <p:extLst>
      <p:ext uri="{BB962C8B-B14F-4D97-AF65-F5344CB8AC3E}">
        <p14:creationId xmlns:p14="http://schemas.microsoft.com/office/powerpoint/2010/main" val="1302663541"/>
      </p:ext>
    </p:extLst>
  </p:cSld>
</p:sld>
</file>

<file path=ppt/slides/slide3.xml><?xml version="1.0" encoding="utf-8"?>
<p:sld xmlns:p="http://schemas.openxmlformats.org/presentationml/2006/main">
  <p:cSld>
    <p:bg>
      <p:bgPr>
        <a:solidFill xmlns:a="http://schemas.openxmlformats.org/drawingml/2006/main">
          <a:srgbClr val="080C2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0AD35B3-374C-4CB9-A9A9-BB61EB703B14}"/>
              </a:ext>
            </a:extLst>
          </p:cNvPr>
          <p:cNvSpPr>
            <a:spLocks xmlns:a="http://schemas.openxmlformats.org/drawingml/2006/main" noGrp="1"/>
          </p:cNvSpPr>
          <p:nvPr/>
        </p:nvSpPr>
        <p:spPr>
          <a:xfrm xmlns:a="http://schemas.openxmlformats.org/drawingml/2006/main">
            <a:off x="609600" y="323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E4C9"/>
                </a:solidFill>
                <a:latin typeface="Helvetica Neue"/>
                <a:ea typeface="Helvetica Neue"/>
                <a:cs typeface="Helvetica Neue"/>
              </a:defRPr>
            </a:defPPr>
            <a:lvl1pPr algn="l">
              <a:defRPr sz="1125" b="1">
                <a:solidFill>
                  <a:srgbClr val="A0E4C9"/>
                </a:solidFill>
                <a:latin typeface="Helvetica Neue"/>
                <a:ea typeface="Helvetica Neue"/>
                <a:cs typeface="Helvetica Neue"/>
              </a:defRPr>
            </a:lvl1pPr>
            <a:lvl2pPr algn="l">
              <a:defRPr sz="1125" b="1">
                <a:solidFill>
                  <a:srgbClr val="A0E4C9"/>
                </a:solidFill>
                <a:latin typeface="Helvetica Neue"/>
                <a:ea typeface="Helvetica Neue"/>
                <a:cs typeface="Helvetica Neue"/>
              </a:defRPr>
            </a:lvl2pPr>
            <a:lvl3pPr algn="l">
              <a:defRPr sz="1125" b="1">
                <a:solidFill>
                  <a:srgbClr val="A0E4C9"/>
                </a:solidFill>
                <a:latin typeface="Helvetica Neue"/>
                <a:ea typeface="Helvetica Neue"/>
                <a:cs typeface="Helvetica Neue"/>
              </a:defRPr>
            </a:lvl3pPr>
            <a:lvl4pPr algn="l">
              <a:defRPr sz="1125" b="1">
                <a:solidFill>
                  <a:srgbClr val="A0E4C9"/>
                </a:solidFill>
                <a:latin typeface="Helvetica Neue"/>
                <a:ea typeface="Helvetica Neue"/>
                <a:cs typeface="Helvetica Neue"/>
              </a:defRPr>
            </a:lvl4pPr>
            <a:lvl5pPr algn="l">
              <a:defRPr sz="1125" b="1">
                <a:solidFill>
                  <a:srgbClr val="A0E4C9"/>
                </a:solidFill>
                <a:latin typeface="Helvetica Neue"/>
                <a:ea typeface="Helvetica Neue"/>
                <a:cs typeface="Helvetica Neue"/>
              </a:defRPr>
            </a:lvl5pPr>
            <a:lvl6pPr algn="l">
              <a:defRPr sz="1125" b="1">
                <a:solidFill>
                  <a:srgbClr val="A0E4C9"/>
                </a:solidFill>
                <a:latin typeface="Helvetica Neue"/>
                <a:ea typeface="Helvetica Neue"/>
                <a:cs typeface="Helvetica Neue"/>
              </a:defRPr>
            </a:lvl6pPr>
            <a:lvl7pPr algn="l">
              <a:defRPr sz="1125" b="1">
                <a:solidFill>
                  <a:srgbClr val="A0E4C9"/>
                </a:solidFill>
                <a:latin typeface="Helvetica Neue"/>
                <a:ea typeface="Helvetica Neue"/>
                <a:cs typeface="Helvetica Neue"/>
              </a:defRPr>
            </a:lvl7pPr>
            <a:lvl8pPr algn="l">
              <a:defRPr sz="1125" b="1">
                <a:solidFill>
                  <a:srgbClr val="A0E4C9"/>
                </a:solidFill>
                <a:latin typeface="Helvetica Neue"/>
                <a:ea typeface="Helvetica Neue"/>
                <a:cs typeface="Helvetica Neue"/>
              </a:defRPr>
            </a:lvl8pPr>
            <a:lvl9pPr algn="l">
              <a:defRPr sz="1125" b="1">
                <a:solidFill>
                  <a:srgbClr val="A0E4C9"/>
                </a:solidFill>
                <a:latin typeface="Helvetica Neue"/>
                <a:ea typeface="Helvetica Neue"/>
                <a:cs typeface="Helvetica Neue"/>
              </a:defRPr>
            </a:lvl9pPr>
          </a:lstStyle>
          <a:p xmlns:a="http://schemas.openxmlformats.org/drawingml/2006/main">
            <a:pPr algn="l">
              <a:defRPr sz="1125" b="1">
                <a:solidFill>
                  <a:srgbClr val="A0E4C9"/>
                </a:solidFill>
                <a:latin typeface="Helvetica Neue"/>
                <a:ea typeface="Helvetica Neue"/>
                <a:cs typeface="Helvetica Neue"/>
              </a:defRPr>
            </a:pPr>
            <a:r>
              <a:rPr sz="1125" b="1">
                <a:solidFill>
                  <a:srgbClr val="A0E4C9"/>
                </a:solidFill>
                <a:latin typeface="Helvetica Neue"/>
                <a:ea typeface="Helvetica Neue"/>
                <a:cs typeface="Helvetica Neue"/>
              </a:rPr>
              <a:t>ÇIRAQ</a:t>
            </a:r>
          </a:p>
        </p:txBody>
      </p:sp>
      <p:sp>
        <p:nvSpPr>
          <p:cNvPr id="2" name="">
            <a:extLst xmlns:a="http://schemas.openxmlformats.org/drawingml/2006/main">
              <a:ext uri="{FF2B5EF4-FFF2-40B4-BE49-F238E27FC236}">
                <a16:creationId xmlns:a16="http://schemas.microsoft.com/office/drawing/2014/main" id="{2020AFBB-CD05-4380-BC33-CA0277A3C337}"/>
              </a:ext>
            </a:extLst>
          </p:cNvPr>
          <p:cNvSpPr>
            <a:spLocks xmlns:a="http://schemas.openxmlformats.org/drawingml/2006/main" noGrp="1"/>
          </p:cNvSpPr>
          <p:nvPr/>
        </p:nvSpPr>
        <p:spPr>
          <a:xfrm xmlns:a="http://schemas.openxmlformats.org/drawingml/2006/main">
            <a:off x="609600" y="7524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F7F5FF"/>
                </a:solidFill>
                <a:latin typeface="Helvetica Neue"/>
                <a:ea typeface="Helvetica Neue"/>
                <a:cs typeface="Helvetica Neue"/>
              </a:defRPr>
            </a:defPPr>
            <a:lvl1pPr algn="l">
              <a:defRPr sz="2925" b="1">
                <a:solidFill>
                  <a:srgbClr val="F7F5FF"/>
                </a:solidFill>
                <a:latin typeface="Helvetica Neue"/>
                <a:ea typeface="Helvetica Neue"/>
                <a:cs typeface="Helvetica Neue"/>
              </a:defRPr>
            </a:lvl1pPr>
            <a:lvl2pPr algn="l">
              <a:defRPr sz="2925" b="1">
                <a:solidFill>
                  <a:srgbClr val="F7F5FF"/>
                </a:solidFill>
                <a:latin typeface="Helvetica Neue"/>
                <a:ea typeface="Helvetica Neue"/>
                <a:cs typeface="Helvetica Neue"/>
              </a:defRPr>
            </a:lvl2pPr>
            <a:lvl3pPr algn="l">
              <a:defRPr sz="2925" b="1">
                <a:solidFill>
                  <a:srgbClr val="F7F5FF"/>
                </a:solidFill>
                <a:latin typeface="Helvetica Neue"/>
                <a:ea typeface="Helvetica Neue"/>
                <a:cs typeface="Helvetica Neue"/>
              </a:defRPr>
            </a:lvl3pPr>
            <a:lvl4pPr algn="l">
              <a:defRPr sz="2925" b="1">
                <a:solidFill>
                  <a:srgbClr val="F7F5FF"/>
                </a:solidFill>
                <a:latin typeface="Helvetica Neue"/>
                <a:ea typeface="Helvetica Neue"/>
                <a:cs typeface="Helvetica Neue"/>
              </a:defRPr>
            </a:lvl4pPr>
            <a:lvl5pPr algn="l">
              <a:defRPr sz="2925" b="1">
                <a:solidFill>
                  <a:srgbClr val="F7F5FF"/>
                </a:solidFill>
                <a:latin typeface="Helvetica Neue"/>
                <a:ea typeface="Helvetica Neue"/>
                <a:cs typeface="Helvetica Neue"/>
              </a:defRPr>
            </a:lvl5pPr>
            <a:lvl6pPr algn="l">
              <a:defRPr sz="2925" b="1">
                <a:solidFill>
                  <a:srgbClr val="F7F5FF"/>
                </a:solidFill>
                <a:latin typeface="Helvetica Neue"/>
                <a:ea typeface="Helvetica Neue"/>
                <a:cs typeface="Helvetica Neue"/>
              </a:defRPr>
            </a:lvl6pPr>
            <a:lvl7pPr algn="l">
              <a:defRPr sz="2925" b="1">
                <a:solidFill>
                  <a:srgbClr val="F7F5FF"/>
                </a:solidFill>
                <a:latin typeface="Helvetica Neue"/>
                <a:ea typeface="Helvetica Neue"/>
                <a:cs typeface="Helvetica Neue"/>
              </a:defRPr>
            </a:lvl7pPr>
            <a:lvl8pPr algn="l">
              <a:defRPr sz="2925" b="1">
                <a:solidFill>
                  <a:srgbClr val="F7F5FF"/>
                </a:solidFill>
                <a:latin typeface="Helvetica Neue"/>
                <a:ea typeface="Helvetica Neue"/>
                <a:cs typeface="Helvetica Neue"/>
              </a:defRPr>
            </a:lvl8pPr>
            <a:lvl9pPr algn="l">
              <a:defRPr sz="2925" b="1">
                <a:solidFill>
                  <a:srgbClr val="F7F5FF"/>
                </a:solidFill>
                <a:latin typeface="Helvetica Neue"/>
                <a:ea typeface="Helvetica Neue"/>
                <a:cs typeface="Helvetica Neue"/>
              </a:defRPr>
            </a:lvl9pPr>
          </a:lstStyle>
          <a:p xmlns:a="http://schemas.openxmlformats.org/drawingml/2006/main">
            <a:pPr algn="l">
              <a:defRPr sz="2925" b="1">
                <a:solidFill>
                  <a:srgbClr val="F7F5FF"/>
                </a:solidFill>
                <a:latin typeface="Helvetica Neue"/>
                <a:ea typeface="Helvetica Neue"/>
                <a:cs typeface="Helvetica Neue"/>
              </a:defRPr>
            </a:pPr>
            <a:r>
              <a:rPr sz="2925" b="1">
                <a:solidFill>
                  <a:srgbClr val="F7F5FF"/>
                </a:solidFill>
                <a:latin typeface="Helvetica Neue"/>
                <a:ea typeface="Helvetica Neue"/>
                <a:cs typeface="Helvetica Neue"/>
              </a:rPr>
              <a:t>Oyun ekranda başlayır, muzeydə tamamlanır</a:t>
            </a:r>
          </a:p>
        </p:txBody>
      </p:sp>
      <p:sp>
        <p:nvSpPr>
          <p:cNvPr id="3" name="">
            <a:extLst xmlns:a="http://schemas.openxmlformats.org/drawingml/2006/main">
              <a:ext uri="{FF2B5EF4-FFF2-40B4-BE49-F238E27FC236}">
                <a16:creationId xmlns:a16="http://schemas.microsoft.com/office/drawing/2014/main" id="{68256C4A-EABA-4AE8-AB54-0AB86950FD9C}"/>
              </a:ext>
            </a:extLst>
          </p:cNvPr>
          <p:cNvSpPr>
            <a:spLocks xmlns:a="http://schemas.openxmlformats.org/drawingml/2006/main" noGrp="1"/>
          </p:cNvSpPr>
          <p:nvPr/>
        </p:nvSpPr>
        <p:spPr>
          <a:xfrm xmlns:a="http://schemas.openxmlformats.org/drawingml/2006/main">
            <a:off x="609600" y="138112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Hər mərhələnin məqsədi növbəti real addımı asanlaşdırmaqdır.</a:t>
            </a:r>
          </a:p>
        </p:txBody>
      </p:sp>
      <p:sp>
        <p:nvSpPr>
          <p:cNvPr id="4" name="">
            <a:extLst xmlns:a="http://schemas.openxmlformats.org/drawingml/2006/main">
              <a:ext uri="{FF2B5EF4-FFF2-40B4-BE49-F238E27FC236}">
                <a16:creationId xmlns:a16="http://schemas.microsoft.com/office/drawing/2014/main" id="{5A60BE61-B3DA-498A-BC21-9A04354076BD}"/>
              </a:ext>
            </a:extLst>
          </p:cNvPr>
          <p:cNvSpPr>
            <a:spLocks xmlns:a="http://schemas.openxmlformats.org/drawingml/2006/main" noGrp="1"/>
          </p:cNvSpPr>
          <p:nvPr/>
        </p:nvSpPr>
        <p:spPr>
          <a:xfrm xmlns:a="http://schemas.openxmlformats.org/drawingml/2006/main">
            <a:off x="609600" y="1924050"/>
            <a:ext cx="552450" cy="38100"/>
          </a:xfrm>
          <a:prstGeom xmlns:a="http://schemas.openxmlformats.org/drawingml/2006/main" prst="rect">
            <a:avLst/>
          </a:prstGeom>
          <a:solidFill xmlns:a="http://schemas.openxmlformats.org/drawingml/2006/main">
            <a:srgbClr val="F5B9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6B5EED-03B0-44BA-8677-3140A43757C2}"/>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B19D033-689A-40DB-907C-504C9ED39A4A}"/>
              </a:ext>
            </a:extLst>
          </p:cNvPr>
          <p:cNvSpPr>
            <a:spLocks xmlns:a="http://schemas.openxmlformats.org/drawingml/2006/main" noGrp="1"/>
          </p:cNvSpPr>
          <p:nvPr/>
        </p:nvSpPr>
        <p:spPr>
          <a:xfrm xmlns:a="http://schemas.openxmlformats.org/drawingml/2006/main">
            <a:off x="609600" y="65151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0ACC9"/>
                </a:solidFill>
                <a:latin typeface="Helvetica Neue"/>
                <a:ea typeface="Helvetica Neue"/>
                <a:cs typeface="Helvetica Neue"/>
              </a:defRPr>
            </a:defPPr>
            <a:lvl1pPr algn="l">
              <a:defRPr sz="900" b="1">
                <a:solidFill>
                  <a:srgbClr val="B0ACC9"/>
                </a:solidFill>
                <a:latin typeface="Helvetica Neue"/>
                <a:ea typeface="Helvetica Neue"/>
                <a:cs typeface="Helvetica Neue"/>
              </a:defRPr>
            </a:lvl1pPr>
            <a:lvl2pPr algn="l">
              <a:defRPr sz="900" b="1">
                <a:solidFill>
                  <a:srgbClr val="B0ACC9"/>
                </a:solidFill>
                <a:latin typeface="Helvetica Neue"/>
                <a:ea typeface="Helvetica Neue"/>
                <a:cs typeface="Helvetica Neue"/>
              </a:defRPr>
            </a:lvl2pPr>
            <a:lvl3pPr algn="l">
              <a:defRPr sz="900" b="1">
                <a:solidFill>
                  <a:srgbClr val="B0ACC9"/>
                </a:solidFill>
                <a:latin typeface="Helvetica Neue"/>
                <a:ea typeface="Helvetica Neue"/>
                <a:cs typeface="Helvetica Neue"/>
              </a:defRPr>
            </a:lvl3pPr>
            <a:lvl4pPr algn="l">
              <a:defRPr sz="900" b="1">
                <a:solidFill>
                  <a:srgbClr val="B0ACC9"/>
                </a:solidFill>
                <a:latin typeface="Helvetica Neue"/>
                <a:ea typeface="Helvetica Neue"/>
                <a:cs typeface="Helvetica Neue"/>
              </a:defRPr>
            </a:lvl4pPr>
            <a:lvl5pPr algn="l">
              <a:defRPr sz="900" b="1">
                <a:solidFill>
                  <a:srgbClr val="B0ACC9"/>
                </a:solidFill>
                <a:latin typeface="Helvetica Neue"/>
                <a:ea typeface="Helvetica Neue"/>
                <a:cs typeface="Helvetica Neue"/>
              </a:defRPr>
            </a:lvl5pPr>
            <a:lvl6pPr algn="l">
              <a:defRPr sz="900" b="1">
                <a:solidFill>
                  <a:srgbClr val="B0ACC9"/>
                </a:solidFill>
                <a:latin typeface="Helvetica Neue"/>
                <a:ea typeface="Helvetica Neue"/>
                <a:cs typeface="Helvetica Neue"/>
              </a:defRPr>
            </a:lvl6pPr>
            <a:lvl7pPr algn="l">
              <a:defRPr sz="900" b="1">
                <a:solidFill>
                  <a:srgbClr val="B0ACC9"/>
                </a:solidFill>
                <a:latin typeface="Helvetica Neue"/>
                <a:ea typeface="Helvetica Neue"/>
                <a:cs typeface="Helvetica Neue"/>
              </a:defRPr>
            </a:lvl7pPr>
            <a:lvl8pPr algn="l">
              <a:defRPr sz="900" b="1">
                <a:solidFill>
                  <a:srgbClr val="B0ACC9"/>
                </a:solidFill>
                <a:latin typeface="Helvetica Neue"/>
                <a:ea typeface="Helvetica Neue"/>
                <a:cs typeface="Helvetica Neue"/>
              </a:defRPr>
            </a:lvl8pPr>
            <a:lvl9pPr algn="l">
              <a:defRPr sz="900" b="1">
                <a:solidFill>
                  <a:srgbClr val="B0ACC9"/>
                </a:solidFill>
                <a:latin typeface="Helvetica Neue"/>
                <a:ea typeface="Helvetica Neue"/>
                <a:cs typeface="Helvetica Neue"/>
              </a:defRPr>
            </a:lvl9pPr>
          </a:lstStyle>
          <a:p xmlns:a="http://schemas.openxmlformats.org/drawingml/2006/main">
            <a:pPr algn="l">
              <a:defRPr sz="900" b="1">
                <a:solidFill>
                  <a:srgbClr val="B0ACC9"/>
                </a:solidFill>
                <a:latin typeface="Helvetica Neue"/>
                <a:ea typeface="Helvetica Neue"/>
                <a:cs typeface="Helvetica Neue"/>
              </a:defRPr>
            </a:pPr>
            <a:r>
              <a:rPr sz="900" b="1">
                <a:solidFill>
                  <a:srgbClr val="B0ACC9"/>
                </a:solidFill>
                <a:latin typeface="Helvetica Neue"/>
                <a:ea typeface="Helvetica Neue"/>
                <a:cs typeface="Helvetica Neue"/>
              </a:rPr>
              <a:t>ÇIRAQ  ·  MUZEYƏ GEDƏN MACƏRA</a:t>
            </a:r>
          </a:p>
        </p:txBody>
      </p:sp>
      <p:sp>
        <p:nvSpPr>
          <p:cNvPr id="7" name="">
            <a:extLst xmlns:a="http://schemas.openxmlformats.org/drawingml/2006/main">
              <a:ext uri="{FF2B5EF4-FFF2-40B4-BE49-F238E27FC236}">
                <a16:creationId xmlns:a16="http://schemas.microsoft.com/office/drawing/2014/main" id="{F32EED8A-8E86-44A9-A5E0-83DCF761AFC6}"/>
              </a:ext>
            </a:extLst>
          </p:cNvPr>
          <p:cNvSpPr>
            <a:spLocks xmlns:a="http://schemas.openxmlformats.org/drawingml/2006/main" noGrp="1"/>
          </p:cNvSpPr>
          <p:nvPr/>
        </p:nvSpPr>
        <p:spPr>
          <a:xfrm xmlns:a="http://schemas.openxmlformats.org/drawingml/2006/main">
            <a:off x="10572750" y="64865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A0E4C9"/>
                </a:solidFill>
                <a:latin typeface="Helvetica Neue"/>
                <a:ea typeface="Helvetica Neue"/>
                <a:cs typeface="Helvetica Neue"/>
              </a:defRPr>
            </a:defPPr>
            <a:lvl1pPr algn="r">
              <a:defRPr sz="975" b="1">
                <a:solidFill>
                  <a:srgbClr val="A0E4C9"/>
                </a:solidFill>
                <a:latin typeface="Helvetica Neue"/>
                <a:ea typeface="Helvetica Neue"/>
                <a:cs typeface="Helvetica Neue"/>
              </a:defRPr>
            </a:lvl1pPr>
            <a:lvl2pPr algn="r">
              <a:defRPr sz="975" b="1">
                <a:solidFill>
                  <a:srgbClr val="A0E4C9"/>
                </a:solidFill>
                <a:latin typeface="Helvetica Neue"/>
                <a:ea typeface="Helvetica Neue"/>
                <a:cs typeface="Helvetica Neue"/>
              </a:defRPr>
            </a:lvl2pPr>
            <a:lvl3pPr algn="r">
              <a:defRPr sz="975" b="1">
                <a:solidFill>
                  <a:srgbClr val="A0E4C9"/>
                </a:solidFill>
                <a:latin typeface="Helvetica Neue"/>
                <a:ea typeface="Helvetica Neue"/>
                <a:cs typeface="Helvetica Neue"/>
              </a:defRPr>
            </a:lvl3pPr>
            <a:lvl4pPr algn="r">
              <a:defRPr sz="975" b="1">
                <a:solidFill>
                  <a:srgbClr val="A0E4C9"/>
                </a:solidFill>
                <a:latin typeface="Helvetica Neue"/>
                <a:ea typeface="Helvetica Neue"/>
                <a:cs typeface="Helvetica Neue"/>
              </a:defRPr>
            </a:lvl4pPr>
            <a:lvl5pPr algn="r">
              <a:defRPr sz="975" b="1">
                <a:solidFill>
                  <a:srgbClr val="A0E4C9"/>
                </a:solidFill>
                <a:latin typeface="Helvetica Neue"/>
                <a:ea typeface="Helvetica Neue"/>
                <a:cs typeface="Helvetica Neue"/>
              </a:defRPr>
            </a:lvl5pPr>
            <a:lvl6pPr algn="r">
              <a:defRPr sz="975" b="1">
                <a:solidFill>
                  <a:srgbClr val="A0E4C9"/>
                </a:solidFill>
                <a:latin typeface="Helvetica Neue"/>
                <a:ea typeface="Helvetica Neue"/>
                <a:cs typeface="Helvetica Neue"/>
              </a:defRPr>
            </a:lvl6pPr>
            <a:lvl7pPr algn="r">
              <a:defRPr sz="975" b="1">
                <a:solidFill>
                  <a:srgbClr val="A0E4C9"/>
                </a:solidFill>
                <a:latin typeface="Helvetica Neue"/>
                <a:ea typeface="Helvetica Neue"/>
                <a:cs typeface="Helvetica Neue"/>
              </a:defRPr>
            </a:lvl7pPr>
            <a:lvl8pPr algn="r">
              <a:defRPr sz="975" b="1">
                <a:solidFill>
                  <a:srgbClr val="A0E4C9"/>
                </a:solidFill>
                <a:latin typeface="Helvetica Neue"/>
                <a:ea typeface="Helvetica Neue"/>
                <a:cs typeface="Helvetica Neue"/>
              </a:defRPr>
            </a:lvl8pPr>
            <a:lvl9pPr algn="r">
              <a:defRPr sz="975" b="1">
                <a:solidFill>
                  <a:srgbClr val="A0E4C9"/>
                </a:solidFill>
                <a:latin typeface="Helvetica Neue"/>
                <a:ea typeface="Helvetica Neue"/>
                <a:cs typeface="Helvetica Neue"/>
              </a:defRPr>
            </a:lvl9pPr>
          </a:lstStyle>
          <a:p xmlns:a="http://schemas.openxmlformats.org/drawingml/2006/main">
            <a:pPr algn="r">
              <a:defRPr sz="975" b="1">
                <a:solidFill>
                  <a:srgbClr val="A0E4C9"/>
                </a:solidFill>
                <a:latin typeface="Helvetica Neue"/>
                <a:ea typeface="Helvetica Neue"/>
                <a:cs typeface="Helvetica Neue"/>
              </a:defRPr>
            </a:pPr>
            <a:r>
              <a:rPr sz="975" b="1">
                <a:solidFill>
                  <a:srgbClr val="A0E4C9"/>
                </a:solidFill>
                <a:latin typeface="Helvetica Neue"/>
                <a:ea typeface="Helvetica Neue"/>
                <a:cs typeface="Helvetica Neue"/>
              </a:rPr>
              <a:t>03 / 07</a:t>
            </a:r>
          </a:p>
        </p:txBody>
      </p:sp>
      <p:sp>
        <p:nvSpPr>
          <p:cNvPr id="8" name="">
            <a:extLst xmlns:a="http://schemas.openxmlformats.org/drawingml/2006/main">
              <a:ext uri="{FF2B5EF4-FFF2-40B4-BE49-F238E27FC236}">
                <a16:creationId xmlns:a16="http://schemas.microsoft.com/office/drawing/2014/main" id="{356AF672-593E-4903-B73C-1F7502348333}"/>
              </a:ext>
            </a:extLst>
          </p:cNvPr>
          <p:cNvSpPr>
            <a:spLocks xmlns:a="http://schemas.openxmlformats.org/drawingml/2006/main" noGrp="1"/>
          </p:cNvSpPr>
          <p:nvPr/>
        </p:nvSpPr>
        <p:spPr>
          <a:xfrm xmlns:a="http://schemas.openxmlformats.org/drawingml/2006/main">
            <a:off x="1219200" y="2943225"/>
            <a:ext cx="9677400" cy="2857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2FE2D4-BB40-438F-812B-CBC0C269C916}"/>
              </a:ext>
            </a:extLst>
          </p:cNvPr>
          <p:cNvSpPr>
            <a:spLocks xmlns:a="http://schemas.openxmlformats.org/drawingml/2006/main" noGrp="1"/>
          </p:cNvSpPr>
          <p:nvPr/>
        </p:nvSpPr>
        <p:spPr>
          <a:xfrm xmlns:a="http://schemas.openxmlformats.org/drawingml/2006/main">
            <a:off x="923925" y="2667000"/>
            <a:ext cx="590550" cy="590550"/>
          </a:xfrm>
          <a:prstGeom xmlns:a="http://schemas.openxmlformats.org/drawingml/2006/main" prst="ellipse">
            <a:avLst/>
          </a:prstGeom>
          <a:solidFill xmlns:a="http://schemas.openxmlformats.org/drawingml/2006/main">
            <a:srgbClr val="1D1A3A"/>
          </a:solidFill>
          <a:ln xmlns:a="http://schemas.openxmlformats.org/drawingml/2006/main" w="19050">
            <a:solidFill>
              <a:srgbClr val="A0E4C9"/>
            </a:solidFill>
            <a:prstDash val="solid"/>
          </a:ln>
        </p:spPr>
      </p:sp>
      <p:sp>
        <p:nvSpPr>
          <p:cNvPr id="10" name="">
            <a:extLst xmlns:a="http://schemas.openxmlformats.org/drawingml/2006/main">
              <a:ext uri="{FF2B5EF4-FFF2-40B4-BE49-F238E27FC236}">
                <a16:creationId xmlns:a16="http://schemas.microsoft.com/office/drawing/2014/main" id="{AEF34811-6D84-42AF-A957-31730454AC2D}"/>
              </a:ext>
            </a:extLst>
          </p:cNvPr>
          <p:cNvSpPr>
            <a:spLocks xmlns:a="http://schemas.openxmlformats.org/drawingml/2006/main" noGrp="1"/>
          </p:cNvSpPr>
          <p:nvPr/>
        </p:nvSpPr>
        <p:spPr>
          <a:xfrm xmlns:a="http://schemas.openxmlformats.org/drawingml/2006/main">
            <a:off x="933450" y="28194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A0E4C9"/>
                </a:solidFill>
                <a:latin typeface="Helvetica Neue"/>
                <a:ea typeface="Helvetica Neue"/>
                <a:cs typeface="Helvetica Neue"/>
              </a:defRPr>
            </a:defPPr>
            <a:lvl1pPr algn="ctr">
              <a:defRPr sz="1200" b="1">
                <a:solidFill>
                  <a:srgbClr val="A0E4C9"/>
                </a:solidFill>
                <a:latin typeface="Helvetica Neue"/>
                <a:ea typeface="Helvetica Neue"/>
                <a:cs typeface="Helvetica Neue"/>
              </a:defRPr>
            </a:lvl1pPr>
            <a:lvl2pPr algn="ctr">
              <a:defRPr sz="1200" b="1">
                <a:solidFill>
                  <a:srgbClr val="A0E4C9"/>
                </a:solidFill>
                <a:latin typeface="Helvetica Neue"/>
                <a:ea typeface="Helvetica Neue"/>
                <a:cs typeface="Helvetica Neue"/>
              </a:defRPr>
            </a:lvl2pPr>
            <a:lvl3pPr algn="ctr">
              <a:defRPr sz="1200" b="1">
                <a:solidFill>
                  <a:srgbClr val="A0E4C9"/>
                </a:solidFill>
                <a:latin typeface="Helvetica Neue"/>
                <a:ea typeface="Helvetica Neue"/>
                <a:cs typeface="Helvetica Neue"/>
              </a:defRPr>
            </a:lvl3pPr>
            <a:lvl4pPr algn="ctr">
              <a:defRPr sz="1200" b="1">
                <a:solidFill>
                  <a:srgbClr val="A0E4C9"/>
                </a:solidFill>
                <a:latin typeface="Helvetica Neue"/>
                <a:ea typeface="Helvetica Neue"/>
                <a:cs typeface="Helvetica Neue"/>
              </a:defRPr>
            </a:lvl4pPr>
            <a:lvl5pPr algn="ctr">
              <a:defRPr sz="1200" b="1">
                <a:solidFill>
                  <a:srgbClr val="A0E4C9"/>
                </a:solidFill>
                <a:latin typeface="Helvetica Neue"/>
                <a:ea typeface="Helvetica Neue"/>
                <a:cs typeface="Helvetica Neue"/>
              </a:defRPr>
            </a:lvl5pPr>
            <a:lvl6pPr algn="ctr">
              <a:defRPr sz="1200" b="1">
                <a:solidFill>
                  <a:srgbClr val="A0E4C9"/>
                </a:solidFill>
                <a:latin typeface="Helvetica Neue"/>
                <a:ea typeface="Helvetica Neue"/>
                <a:cs typeface="Helvetica Neue"/>
              </a:defRPr>
            </a:lvl6pPr>
            <a:lvl7pPr algn="ctr">
              <a:defRPr sz="1200" b="1">
                <a:solidFill>
                  <a:srgbClr val="A0E4C9"/>
                </a:solidFill>
                <a:latin typeface="Helvetica Neue"/>
                <a:ea typeface="Helvetica Neue"/>
                <a:cs typeface="Helvetica Neue"/>
              </a:defRPr>
            </a:lvl7pPr>
            <a:lvl8pPr algn="ctr">
              <a:defRPr sz="1200" b="1">
                <a:solidFill>
                  <a:srgbClr val="A0E4C9"/>
                </a:solidFill>
                <a:latin typeface="Helvetica Neue"/>
                <a:ea typeface="Helvetica Neue"/>
                <a:cs typeface="Helvetica Neue"/>
              </a:defRPr>
            </a:lvl8pPr>
            <a:lvl9pPr algn="ctr">
              <a:defRPr sz="1200" b="1">
                <a:solidFill>
                  <a:srgbClr val="A0E4C9"/>
                </a:solidFill>
                <a:latin typeface="Helvetica Neue"/>
                <a:ea typeface="Helvetica Neue"/>
                <a:cs typeface="Helvetica Neue"/>
              </a:defRPr>
            </a:lvl9pPr>
          </a:lstStyle>
          <a:p xmlns:a="http://schemas.openxmlformats.org/drawingml/2006/main">
            <a:pPr algn="ctr">
              <a:defRPr sz="1200" b="1">
                <a:solidFill>
                  <a:srgbClr val="A0E4C9"/>
                </a:solidFill>
                <a:latin typeface="Helvetica Neue"/>
                <a:ea typeface="Helvetica Neue"/>
                <a:cs typeface="Helvetica Neue"/>
              </a:defRPr>
            </a:pPr>
            <a:r>
              <a:rPr sz="1200" b="1">
                <a:solidFill>
                  <a:srgbClr val="A0E4C9"/>
                </a:solidFill>
                <a:latin typeface="Helvetica Neue"/>
                <a:ea typeface="Helvetica Neue"/>
                <a:cs typeface="Helvetica Neue"/>
              </a:rPr>
              <a:t>01</a:t>
            </a:r>
          </a:p>
        </p:txBody>
      </p:sp>
      <p:sp>
        <p:nvSpPr>
          <p:cNvPr id="11" name="">
            <a:extLst xmlns:a="http://schemas.openxmlformats.org/drawingml/2006/main">
              <a:ext uri="{FF2B5EF4-FFF2-40B4-BE49-F238E27FC236}">
                <a16:creationId xmlns:a16="http://schemas.microsoft.com/office/drawing/2014/main" id="{8AAA9ECC-C9B5-47B3-8980-C127ECAF7AE2}"/>
              </a:ext>
            </a:extLst>
          </p:cNvPr>
          <p:cNvSpPr>
            <a:spLocks xmlns:a="http://schemas.openxmlformats.org/drawingml/2006/main" noGrp="1"/>
          </p:cNvSpPr>
          <p:nvPr/>
        </p:nvSpPr>
        <p:spPr>
          <a:xfrm xmlns:a="http://schemas.openxmlformats.org/drawingml/2006/main">
            <a:off x="285750" y="3524250"/>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F7F5FF"/>
                </a:solidFill>
                <a:latin typeface="Helvetica Neue"/>
                <a:ea typeface="Helvetica Neue"/>
                <a:cs typeface="Helvetica Neue"/>
              </a:defRPr>
            </a:defPPr>
            <a:lvl1pPr algn="ctr">
              <a:defRPr sz="1575" b="1">
                <a:solidFill>
                  <a:srgbClr val="F7F5FF"/>
                </a:solidFill>
                <a:latin typeface="Helvetica Neue"/>
                <a:ea typeface="Helvetica Neue"/>
                <a:cs typeface="Helvetica Neue"/>
              </a:defRPr>
            </a:lvl1pPr>
            <a:lvl2pPr algn="ctr">
              <a:defRPr sz="1575" b="1">
                <a:solidFill>
                  <a:srgbClr val="F7F5FF"/>
                </a:solidFill>
                <a:latin typeface="Helvetica Neue"/>
                <a:ea typeface="Helvetica Neue"/>
                <a:cs typeface="Helvetica Neue"/>
              </a:defRPr>
            </a:lvl2pPr>
            <a:lvl3pPr algn="ctr">
              <a:defRPr sz="1575" b="1">
                <a:solidFill>
                  <a:srgbClr val="F7F5FF"/>
                </a:solidFill>
                <a:latin typeface="Helvetica Neue"/>
                <a:ea typeface="Helvetica Neue"/>
                <a:cs typeface="Helvetica Neue"/>
              </a:defRPr>
            </a:lvl3pPr>
            <a:lvl4pPr algn="ctr">
              <a:defRPr sz="1575" b="1">
                <a:solidFill>
                  <a:srgbClr val="F7F5FF"/>
                </a:solidFill>
                <a:latin typeface="Helvetica Neue"/>
                <a:ea typeface="Helvetica Neue"/>
                <a:cs typeface="Helvetica Neue"/>
              </a:defRPr>
            </a:lvl4pPr>
            <a:lvl5pPr algn="ctr">
              <a:defRPr sz="1575" b="1">
                <a:solidFill>
                  <a:srgbClr val="F7F5FF"/>
                </a:solidFill>
                <a:latin typeface="Helvetica Neue"/>
                <a:ea typeface="Helvetica Neue"/>
                <a:cs typeface="Helvetica Neue"/>
              </a:defRPr>
            </a:lvl5pPr>
            <a:lvl6pPr algn="ctr">
              <a:defRPr sz="1575" b="1">
                <a:solidFill>
                  <a:srgbClr val="F7F5FF"/>
                </a:solidFill>
                <a:latin typeface="Helvetica Neue"/>
                <a:ea typeface="Helvetica Neue"/>
                <a:cs typeface="Helvetica Neue"/>
              </a:defRPr>
            </a:lvl6pPr>
            <a:lvl7pPr algn="ctr">
              <a:defRPr sz="1575" b="1">
                <a:solidFill>
                  <a:srgbClr val="F7F5FF"/>
                </a:solidFill>
                <a:latin typeface="Helvetica Neue"/>
                <a:ea typeface="Helvetica Neue"/>
                <a:cs typeface="Helvetica Neue"/>
              </a:defRPr>
            </a:lvl7pPr>
            <a:lvl8pPr algn="ctr">
              <a:defRPr sz="1575" b="1">
                <a:solidFill>
                  <a:srgbClr val="F7F5FF"/>
                </a:solidFill>
                <a:latin typeface="Helvetica Neue"/>
                <a:ea typeface="Helvetica Neue"/>
                <a:cs typeface="Helvetica Neue"/>
              </a:defRPr>
            </a:lvl8pPr>
            <a:lvl9pPr algn="ctr">
              <a:defRPr sz="1575" b="1">
                <a:solidFill>
                  <a:srgbClr val="F7F5FF"/>
                </a:solidFill>
                <a:latin typeface="Helvetica Neue"/>
                <a:ea typeface="Helvetica Neue"/>
                <a:cs typeface="Helvetica Neue"/>
              </a:defRPr>
            </a:lvl9pPr>
          </a:lstStyle>
          <a:p xmlns:a="http://schemas.openxmlformats.org/drawingml/2006/main">
            <a:pPr algn="ctr">
              <a:defRPr sz="1575" b="1">
                <a:solidFill>
                  <a:srgbClr val="F7F5FF"/>
                </a:solidFill>
                <a:latin typeface="Helvetica Neue"/>
                <a:ea typeface="Helvetica Neue"/>
                <a:cs typeface="Helvetica Neue"/>
              </a:defRPr>
            </a:pPr>
            <a:r>
              <a:rPr sz="1575" b="1">
                <a:solidFill>
                  <a:srgbClr val="F7F5FF"/>
                </a:solidFill>
                <a:latin typeface="Helvetica Neue"/>
                <a:ea typeface="Helvetica Neue"/>
                <a:cs typeface="Helvetica Neue"/>
              </a:rPr>
              <a:t>Kəşf et</a:t>
            </a:r>
          </a:p>
        </p:txBody>
      </p:sp>
      <p:sp>
        <p:nvSpPr>
          <p:cNvPr id="12" name="">
            <a:extLst xmlns:a="http://schemas.openxmlformats.org/drawingml/2006/main">
              <a:ext uri="{FF2B5EF4-FFF2-40B4-BE49-F238E27FC236}">
                <a16:creationId xmlns:a16="http://schemas.microsoft.com/office/drawing/2014/main" id="{2A3B9DDA-2577-4D3F-85C5-1F72921865F5}"/>
              </a:ext>
            </a:extLst>
          </p:cNvPr>
          <p:cNvSpPr>
            <a:spLocks xmlns:a="http://schemas.openxmlformats.org/drawingml/2006/main" noGrp="1"/>
          </p:cNvSpPr>
          <p:nvPr/>
        </p:nvSpPr>
        <p:spPr>
          <a:xfrm xmlns:a="http://schemas.openxmlformats.org/drawingml/2006/main">
            <a:off x="219075" y="3914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B0ACC9"/>
                </a:solidFill>
                <a:latin typeface="Helvetica Neue"/>
                <a:ea typeface="Helvetica Neue"/>
                <a:cs typeface="Helvetica Neue"/>
              </a:defRPr>
            </a:defPPr>
            <a:lvl1pPr algn="ctr">
              <a:defRPr sz="1200" b="0">
                <a:solidFill>
                  <a:srgbClr val="B0ACC9"/>
                </a:solidFill>
                <a:latin typeface="Helvetica Neue"/>
                <a:ea typeface="Helvetica Neue"/>
                <a:cs typeface="Helvetica Neue"/>
              </a:defRPr>
            </a:lvl1pPr>
            <a:lvl2pPr algn="ctr">
              <a:defRPr sz="1200" b="0">
                <a:solidFill>
                  <a:srgbClr val="B0ACC9"/>
                </a:solidFill>
                <a:latin typeface="Helvetica Neue"/>
                <a:ea typeface="Helvetica Neue"/>
                <a:cs typeface="Helvetica Neue"/>
              </a:defRPr>
            </a:lvl2pPr>
            <a:lvl3pPr algn="ctr">
              <a:defRPr sz="1200" b="0">
                <a:solidFill>
                  <a:srgbClr val="B0ACC9"/>
                </a:solidFill>
                <a:latin typeface="Helvetica Neue"/>
                <a:ea typeface="Helvetica Neue"/>
                <a:cs typeface="Helvetica Neue"/>
              </a:defRPr>
            </a:lvl3pPr>
            <a:lvl4pPr algn="ctr">
              <a:defRPr sz="1200" b="0">
                <a:solidFill>
                  <a:srgbClr val="B0ACC9"/>
                </a:solidFill>
                <a:latin typeface="Helvetica Neue"/>
                <a:ea typeface="Helvetica Neue"/>
                <a:cs typeface="Helvetica Neue"/>
              </a:defRPr>
            </a:lvl4pPr>
            <a:lvl5pPr algn="ctr">
              <a:defRPr sz="1200" b="0">
                <a:solidFill>
                  <a:srgbClr val="B0ACC9"/>
                </a:solidFill>
                <a:latin typeface="Helvetica Neue"/>
                <a:ea typeface="Helvetica Neue"/>
                <a:cs typeface="Helvetica Neue"/>
              </a:defRPr>
            </a:lvl5pPr>
            <a:lvl6pPr algn="ctr">
              <a:defRPr sz="1200" b="0">
                <a:solidFill>
                  <a:srgbClr val="B0ACC9"/>
                </a:solidFill>
                <a:latin typeface="Helvetica Neue"/>
                <a:ea typeface="Helvetica Neue"/>
                <a:cs typeface="Helvetica Neue"/>
              </a:defRPr>
            </a:lvl6pPr>
            <a:lvl7pPr algn="ctr">
              <a:defRPr sz="1200" b="0">
                <a:solidFill>
                  <a:srgbClr val="B0ACC9"/>
                </a:solidFill>
                <a:latin typeface="Helvetica Neue"/>
                <a:ea typeface="Helvetica Neue"/>
                <a:cs typeface="Helvetica Neue"/>
              </a:defRPr>
            </a:lvl7pPr>
            <a:lvl8pPr algn="ctr">
              <a:defRPr sz="1200" b="0">
                <a:solidFill>
                  <a:srgbClr val="B0ACC9"/>
                </a:solidFill>
                <a:latin typeface="Helvetica Neue"/>
                <a:ea typeface="Helvetica Neue"/>
                <a:cs typeface="Helvetica Neue"/>
              </a:defRPr>
            </a:lvl8pPr>
            <a:lvl9pPr algn="ctr">
              <a:defRPr sz="1200" b="0">
                <a:solidFill>
                  <a:srgbClr val="B0ACC9"/>
                </a:solidFill>
                <a:latin typeface="Helvetica Neue"/>
                <a:ea typeface="Helvetica Neue"/>
                <a:cs typeface="Helvetica Neue"/>
              </a:defRPr>
            </a:lvl9pPr>
          </a:lstStyle>
          <a:p xmlns:a="http://schemas.openxmlformats.org/drawingml/2006/main">
            <a:pPr algn="ctr">
              <a:defRPr sz="1200" b="0">
                <a:solidFill>
                  <a:srgbClr val="B0ACC9"/>
                </a:solidFill>
                <a:latin typeface="Helvetica Neue"/>
                <a:ea typeface="Helvetica Neue"/>
                <a:cs typeface="Helvetica Neue"/>
              </a:defRPr>
            </a:pPr>
            <a:r>
              <a:rPr sz="1200" b="0">
                <a:solidFill>
                  <a:srgbClr val="B0ACC9"/>
                </a:solidFill>
                <a:latin typeface="Helvetica Neue"/>
                <a:ea typeface="Helvetica Neue"/>
                <a:cs typeface="Helvetica Neue"/>
              </a:rPr>
              <a:t>Ana səhifə və 3D Bakı səhnəsi</a:t>
            </a:r>
          </a:p>
        </p:txBody>
      </p:sp>
      <p:sp>
        <p:nvSpPr>
          <p:cNvPr id="13" name="">
            <a:extLst xmlns:a="http://schemas.openxmlformats.org/drawingml/2006/main">
              <a:ext uri="{FF2B5EF4-FFF2-40B4-BE49-F238E27FC236}">
                <a16:creationId xmlns:a16="http://schemas.microsoft.com/office/drawing/2014/main" id="{E32EB996-AC40-42F5-9680-3967EE23720C}"/>
              </a:ext>
            </a:extLst>
          </p:cNvPr>
          <p:cNvSpPr>
            <a:spLocks xmlns:a="http://schemas.openxmlformats.org/drawingml/2006/main" noGrp="1"/>
          </p:cNvSpPr>
          <p:nvPr/>
        </p:nvSpPr>
        <p:spPr>
          <a:xfrm xmlns:a="http://schemas.openxmlformats.org/drawingml/2006/main">
            <a:off x="3343275" y="2667000"/>
            <a:ext cx="590550" cy="590550"/>
          </a:xfrm>
          <a:prstGeom xmlns:a="http://schemas.openxmlformats.org/drawingml/2006/main" prst="ellipse">
            <a:avLst/>
          </a:prstGeom>
          <a:solidFill xmlns:a="http://schemas.openxmlformats.org/drawingml/2006/main">
            <a:srgbClr val="1D1A3A"/>
          </a:solidFill>
          <a:ln xmlns:a="http://schemas.openxmlformats.org/drawingml/2006/main" w="19050">
            <a:solidFill>
              <a:srgbClr val="A0E4C9"/>
            </a:solidFill>
            <a:prstDash val="solid"/>
          </a:ln>
        </p:spPr>
      </p:sp>
      <p:sp>
        <p:nvSpPr>
          <p:cNvPr id="14" name="">
            <a:extLst xmlns:a="http://schemas.openxmlformats.org/drawingml/2006/main">
              <a:ext uri="{FF2B5EF4-FFF2-40B4-BE49-F238E27FC236}">
                <a16:creationId xmlns:a16="http://schemas.microsoft.com/office/drawing/2014/main" id="{4D9CA107-5932-42CB-90F7-DBACEC480F9C}"/>
              </a:ext>
            </a:extLst>
          </p:cNvPr>
          <p:cNvSpPr>
            <a:spLocks xmlns:a="http://schemas.openxmlformats.org/drawingml/2006/main" noGrp="1"/>
          </p:cNvSpPr>
          <p:nvPr/>
        </p:nvSpPr>
        <p:spPr>
          <a:xfrm xmlns:a="http://schemas.openxmlformats.org/drawingml/2006/main">
            <a:off x="3352800" y="28194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A0E4C9"/>
                </a:solidFill>
                <a:latin typeface="Helvetica Neue"/>
                <a:ea typeface="Helvetica Neue"/>
                <a:cs typeface="Helvetica Neue"/>
              </a:defRPr>
            </a:defPPr>
            <a:lvl1pPr algn="ctr">
              <a:defRPr sz="1200" b="1">
                <a:solidFill>
                  <a:srgbClr val="A0E4C9"/>
                </a:solidFill>
                <a:latin typeface="Helvetica Neue"/>
                <a:ea typeface="Helvetica Neue"/>
                <a:cs typeface="Helvetica Neue"/>
              </a:defRPr>
            </a:lvl1pPr>
            <a:lvl2pPr algn="ctr">
              <a:defRPr sz="1200" b="1">
                <a:solidFill>
                  <a:srgbClr val="A0E4C9"/>
                </a:solidFill>
                <a:latin typeface="Helvetica Neue"/>
                <a:ea typeface="Helvetica Neue"/>
                <a:cs typeface="Helvetica Neue"/>
              </a:defRPr>
            </a:lvl2pPr>
            <a:lvl3pPr algn="ctr">
              <a:defRPr sz="1200" b="1">
                <a:solidFill>
                  <a:srgbClr val="A0E4C9"/>
                </a:solidFill>
                <a:latin typeface="Helvetica Neue"/>
                <a:ea typeface="Helvetica Neue"/>
                <a:cs typeface="Helvetica Neue"/>
              </a:defRPr>
            </a:lvl3pPr>
            <a:lvl4pPr algn="ctr">
              <a:defRPr sz="1200" b="1">
                <a:solidFill>
                  <a:srgbClr val="A0E4C9"/>
                </a:solidFill>
                <a:latin typeface="Helvetica Neue"/>
                <a:ea typeface="Helvetica Neue"/>
                <a:cs typeface="Helvetica Neue"/>
              </a:defRPr>
            </a:lvl4pPr>
            <a:lvl5pPr algn="ctr">
              <a:defRPr sz="1200" b="1">
                <a:solidFill>
                  <a:srgbClr val="A0E4C9"/>
                </a:solidFill>
                <a:latin typeface="Helvetica Neue"/>
                <a:ea typeface="Helvetica Neue"/>
                <a:cs typeface="Helvetica Neue"/>
              </a:defRPr>
            </a:lvl5pPr>
            <a:lvl6pPr algn="ctr">
              <a:defRPr sz="1200" b="1">
                <a:solidFill>
                  <a:srgbClr val="A0E4C9"/>
                </a:solidFill>
                <a:latin typeface="Helvetica Neue"/>
                <a:ea typeface="Helvetica Neue"/>
                <a:cs typeface="Helvetica Neue"/>
              </a:defRPr>
            </a:lvl6pPr>
            <a:lvl7pPr algn="ctr">
              <a:defRPr sz="1200" b="1">
                <a:solidFill>
                  <a:srgbClr val="A0E4C9"/>
                </a:solidFill>
                <a:latin typeface="Helvetica Neue"/>
                <a:ea typeface="Helvetica Neue"/>
                <a:cs typeface="Helvetica Neue"/>
              </a:defRPr>
            </a:lvl7pPr>
            <a:lvl8pPr algn="ctr">
              <a:defRPr sz="1200" b="1">
                <a:solidFill>
                  <a:srgbClr val="A0E4C9"/>
                </a:solidFill>
                <a:latin typeface="Helvetica Neue"/>
                <a:ea typeface="Helvetica Neue"/>
                <a:cs typeface="Helvetica Neue"/>
              </a:defRPr>
            </a:lvl8pPr>
            <a:lvl9pPr algn="ctr">
              <a:defRPr sz="1200" b="1">
                <a:solidFill>
                  <a:srgbClr val="A0E4C9"/>
                </a:solidFill>
                <a:latin typeface="Helvetica Neue"/>
                <a:ea typeface="Helvetica Neue"/>
                <a:cs typeface="Helvetica Neue"/>
              </a:defRPr>
            </a:lvl9pPr>
          </a:lstStyle>
          <a:p xmlns:a="http://schemas.openxmlformats.org/drawingml/2006/main">
            <a:pPr algn="ctr">
              <a:defRPr sz="1200" b="1">
                <a:solidFill>
                  <a:srgbClr val="A0E4C9"/>
                </a:solidFill>
                <a:latin typeface="Helvetica Neue"/>
                <a:ea typeface="Helvetica Neue"/>
                <a:cs typeface="Helvetica Neue"/>
              </a:defRPr>
            </a:pPr>
            <a:r>
              <a:rPr sz="1200" b="1">
                <a:solidFill>
                  <a:srgbClr val="A0E4C9"/>
                </a:solidFill>
                <a:latin typeface="Helvetica Neue"/>
                <a:ea typeface="Helvetica Neue"/>
                <a:cs typeface="Helvetica Neue"/>
              </a:rPr>
              <a:t>02</a:t>
            </a:r>
          </a:p>
        </p:txBody>
      </p:sp>
      <p:sp>
        <p:nvSpPr>
          <p:cNvPr id="15" name="">
            <a:extLst xmlns:a="http://schemas.openxmlformats.org/drawingml/2006/main">
              <a:ext uri="{FF2B5EF4-FFF2-40B4-BE49-F238E27FC236}">
                <a16:creationId xmlns:a16="http://schemas.microsoft.com/office/drawing/2014/main" id="{F1820E6F-783D-42E9-BD12-38ABEE62A166}"/>
              </a:ext>
            </a:extLst>
          </p:cNvPr>
          <p:cNvSpPr>
            <a:spLocks xmlns:a="http://schemas.openxmlformats.org/drawingml/2006/main" noGrp="1"/>
          </p:cNvSpPr>
          <p:nvPr/>
        </p:nvSpPr>
        <p:spPr>
          <a:xfrm xmlns:a="http://schemas.openxmlformats.org/drawingml/2006/main">
            <a:off x="2705100" y="3524250"/>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F7F5FF"/>
                </a:solidFill>
                <a:latin typeface="Helvetica Neue"/>
                <a:ea typeface="Helvetica Neue"/>
                <a:cs typeface="Helvetica Neue"/>
              </a:defRPr>
            </a:defPPr>
            <a:lvl1pPr algn="ctr">
              <a:defRPr sz="1575" b="1">
                <a:solidFill>
                  <a:srgbClr val="F7F5FF"/>
                </a:solidFill>
                <a:latin typeface="Helvetica Neue"/>
                <a:ea typeface="Helvetica Neue"/>
                <a:cs typeface="Helvetica Neue"/>
              </a:defRPr>
            </a:lvl1pPr>
            <a:lvl2pPr algn="ctr">
              <a:defRPr sz="1575" b="1">
                <a:solidFill>
                  <a:srgbClr val="F7F5FF"/>
                </a:solidFill>
                <a:latin typeface="Helvetica Neue"/>
                <a:ea typeface="Helvetica Neue"/>
                <a:cs typeface="Helvetica Neue"/>
              </a:defRPr>
            </a:lvl2pPr>
            <a:lvl3pPr algn="ctr">
              <a:defRPr sz="1575" b="1">
                <a:solidFill>
                  <a:srgbClr val="F7F5FF"/>
                </a:solidFill>
                <a:latin typeface="Helvetica Neue"/>
                <a:ea typeface="Helvetica Neue"/>
                <a:cs typeface="Helvetica Neue"/>
              </a:defRPr>
            </a:lvl3pPr>
            <a:lvl4pPr algn="ctr">
              <a:defRPr sz="1575" b="1">
                <a:solidFill>
                  <a:srgbClr val="F7F5FF"/>
                </a:solidFill>
                <a:latin typeface="Helvetica Neue"/>
                <a:ea typeface="Helvetica Neue"/>
                <a:cs typeface="Helvetica Neue"/>
              </a:defRPr>
            </a:lvl4pPr>
            <a:lvl5pPr algn="ctr">
              <a:defRPr sz="1575" b="1">
                <a:solidFill>
                  <a:srgbClr val="F7F5FF"/>
                </a:solidFill>
                <a:latin typeface="Helvetica Neue"/>
                <a:ea typeface="Helvetica Neue"/>
                <a:cs typeface="Helvetica Neue"/>
              </a:defRPr>
            </a:lvl5pPr>
            <a:lvl6pPr algn="ctr">
              <a:defRPr sz="1575" b="1">
                <a:solidFill>
                  <a:srgbClr val="F7F5FF"/>
                </a:solidFill>
                <a:latin typeface="Helvetica Neue"/>
                <a:ea typeface="Helvetica Neue"/>
                <a:cs typeface="Helvetica Neue"/>
              </a:defRPr>
            </a:lvl6pPr>
            <a:lvl7pPr algn="ctr">
              <a:defRPr sz="1575" b="1">
                <a:solidFill>
                  <a:srgbClr val="F7F5FF"/>
                </a:solidFill>
                <a:latin typeface="Helvetica Neue"/>
                <a:ea typeface="Helvetica Neue"/>
                <a:cs typeface="Helvetica Neue"/>
              </a:defRPr>
            </a:lvl7pPr>
            <a:lvl8pPr algn="ctr">
              <a:defRPr sz="1575" b="1">
                <a:solidFill>
                  <a:srgbClr val="F7F5FF"/>
                </a:solidFill>
                <a:latin typeface="Helvetica Neue"/>
                <a:ea typeface="Helvetica Neue"/>
                <a:cs typeface="Helvetica Neue"/>
              </a:defRPr>
            </a:lvl8pPr>
            <a:lvl9pPr algn="ctr">
              <a:defRPr sz="1575" b="1">
                <a:solidFill>
                  <a:srgbClr val="F7F5FF"/>
                </a:solidFill>
                <a:latin typeface="Helvetica Neue"/>
                <a:ea typeface="Helvetica Neue"/>
                <a:cs typeface="Helvetica Neue"/>
              </a:defRPr>
            </a:lvl9pPr>
          </a:lstStyle>
          <a:p xmlns:a="http://schemas.openxmlformats.org/drawingml/2006/main">
            <a:pPr algn="ctr">
              <a:defRPr sz="1575" b="1">
                <a:solidFill>
                  <a:srgbClr val="F7F5FF"/>
                </a:solidFill>
                <a:latin typeface="Helvetica Neue"/>
                <a:ea typeface="Helvetica Neue"/>
                <a:cs typeface="Helvetica Neue"/>
              </a:defRPr>
            </a:pPr>
            <a:r>
              <a:rPr sz="1575" b="1">
                <a:solidFill>
                  <a:srgbClr val="F7F5FF"/>
                </a:solidFill>
                <a:latin typeface="Helvetica Neue"/>
                <a:ea typeface="Helvetica Neue"/>
                <a:cs typeface="Helvetica Neue"/>
              </a:rPr>
              <a:t>İz seç</a:t>
            </a:r>
          </a:p>
        </p:txBody>
      </p:sp>
      <p:sp>
        <p:nvSpPr>
          <p:cNvPr id="16" name="">
            <a:extLst xmlns:a="http://schemas.openxmlformats.org/drawingml/2006/main">
              <a:ext uri="{FF2B5EF4-FFF2-40B4-BE49-F238E27FC236}">
                <a16:creationId xmlns:a16="http://schemas.microsoft.com/office/drawing/2014/main" id="{BDA13021-6A22-4B7E-80E3-032AA1FF203F}"/>
              </a:ext>
            </a:extLst>
          </p:cNvPr>
          <p:cNvSpPr>
            <a:spLocks xmlns:a="http://schemas.openxmlformats.org/drawingml/2006/main" noGrp="1"/>
          </p:cNvSpPr>
          <p:nvPr/>
        </p:nvSpPr>
        <p:spPr>
          <a:xfrm xmlns:a="http://schemas.openxmlformats.org/drawingml/2006/main">
            <a:off x="2638425" y="3914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B0ACC9"/>
                </a:solidFill>
                <a:latin typeface="Helvetica Neue"/>
                <a:ea typeface="Helvetica Neue"/>
                <a:cs typeface="Helvetica Neue"/>
              </a:defRPr>
            </a:defPPr>
            <a:lvl1pPr algn="ctr">
              <a:defRPr sz="1200" b="0">
                <a:solidFill>
                  <a:srgbClr val="B0ACC9"/>
                </a:solidFill>
                <a:latin typeface="Helvetica Neue"/>
                <a:ea typeface="Helvetica Neue"/>
                <a:cs typeface="Helvetica Neue"/>
              </a:defRPr>
            </a:lvl1pPr>
            <a:lvl2pPr algn="ctr">
              <a:defRPr sz="1200" b="0">
                <a:solidFill>
                  <a:srgbClr val="B0ACC9"/>
                </a:solidFill>
                <a:latin typeface="Helvetica Neue"/>
                <a:ea typeface="Helvetica Neue"/>
                <a:cs typeface="Helvetica Neue"/>
              </a:defRPr>
            </a:lvl2pPr>
            <a:lvl3pPr algn="ctr">
              <a:defRPr sz="1200" b="0">
                <a:solidFill>
                  <a:srgbClr val="B0ACC9"/>
                </a:solidFill>
                <a:latin typeface="Helvetica Neue"/>
                <a:ea typeface="Helvetica Neue"/>
                <a:cs typeface="Helvetica Neue"/>
              </a:defRPr>
            </a:lvl3pPr>
            <a:lvl4pPr algn="ctr">
              <a:defRPr sz="1200" b="0">
                <a:solidFill>
                  <a:srgbClr val="B0ACC9"/>
                </a:solidFill>
                <a:latin typeface="Helvetica Neue"/>
                <a:ea typeface="Helvetica Neue"/>
                <a:cs typeface="Helvetica Neue"/>
              </a:defRPr>
            </a:lvl4pPr>
            <a:lvl5pPr algn="ctr">
              <a:defRPr sz="1200" b="0">
                <a:solidFill>
                  <a:srgbClr val="B0ACC9"/>
                </a:solidFill>
                <a:latin typeface="Helvetica Neue"/>
                <a:ea typeface="Helvetica Neue"/>
                <a:cs typeface="Helvetica Neue"/>
              </a:defRPr>
            </a:lvl5pPr>
            <a:lvl6pPr algn="ctr">
              <a:defRPr sz="1200" b="0">
                <a:solidFill>
                  <a:srgbClr val="B0ACC9"/>
                </a:solidFill>
                <a:latin typeface="Helvetica Neue"/>
                <a:ea typeface="Helvetica Neue"/>
                <a:cs typeface="Helvetica Neue"/>
              </a:defRPr>
            </a:lvl6pPr>
            <a:lvl7pPr algn="ctr">
              <a:defRPr sz="1200" b="0">
                <a:solidFill>
                  <a:srgbClr val="B0ACC9"/>
                </a:solidFill>
                <a:latin typeface="Helvetica Neue"/>
                <a:ea typeface="Helvetica Neue"/>
                <a:cs typeface="Helvetica Neue"/>
              </a:defRPr>
            </a:lvl7pPr>
            <a:lvl8pPr algn="ctr">
              <a:defRPr sz="1200" b="0">
                <a:solidFill>
                  <a:srgbClr val="B0ACC9"/>
                </a:solidFill>
                <a:latin typeface="Helvetica Neue"/>
                <a:ea typeface="Helvetica Neue"/>
                <a:cs typeface="Helvetica Neue"/>
              </a:defRPr>
            </a:lvl8pPr>
            <a:lvl9pPr algn="ctr">
              <a:defRPr sz="1200" b="0">
                <a:solidFill>
                  <a:srgbClr val="B0ACC9"/>
                </a:solidFill>
                <a:latin typeface="Helvetica Neue"/>
                <a:ea typeface="Helvetica Neue"/>
                <a:cs typeface="Helvetica Neue"/>
              </a:defRPr>
            </a:lvl9pPr>
          </a:lstStyle>
          <a:p xmlns:a="http://schemas.openxmlformats.org/drawingml/2006/main">
            <a:pPr algn="ctr">
              <a:defRPr sz="1200" b="0">
                <a:solidFill>
                  <a:srgbClr val="B0ACC9"/>
                </a:solidFill>
                <a:latin typeface="Helvetica Neue"/>
                <a:ea typeface="Helvetica Neue"/>
                <a:cs typeface="Helvetica Neue"/>
              </a:defRPr>
            </a:pPr>
            <a:r>
              <a:rPr sz="1200" b="0">
                <a:solidFill>
                  <a:srgbClr val="B0ACC9"/>
                </a:solidFill>
                <a:latin typeface="Helvetica Neue"/>
                <a:ea typeface="Helvetica Neue"/>
                <a:cs typeface="Helvetica Neue"/>
              </a:rPr>
              <a:t>Mərhələdə muzey ipucunu tap</a:t>
            </a:r>
          </a:p>
        </p:txBody>
      </p:sp>
      <p:sp>
        <p:nvSpPr>
          <p:cNvPr id="17" name="">
            <a:extLst xmlns:a="http://schemas.openxmlformats.org/drawingml/2006/main">
              <a:ext uri="{FF2B5EF4-FFF2-40B4-BE49-F238E27FC236}">
                <a16:creationId xmlns:a16="http://schemas.microsoft.com/office/drawing/2014/main" id="{7F9FF8F2-62C5-4756-9D63-7389E0F3401C}"/>
              </a:ext>
            </a:extLst>
          </p:cNvPr>
          <p:cNvSpPr>
            <a:spLocks xmlns:a="http://schemas.openxmlformats.org/drawingml/2006/main" noGrp="1"/>
          </p:cNvSpPr>
          <p:nvPr/>
        </p:nvSpPr>
        <p:spPr>
          <a:xfrm xmlns:a="http://schemas.openxmlformats.org/drawingml/2006/main">
            <a:off x="5762625" y="2667000"/>
            <a:ext cx="590550" cy="590550"/>
          </a:xfrm>
          <a:prstGeom xmlns:a="http://schemas.openxmlformats.org/drawingml/2006/main" prst="ellipse">
            <a:avLst/>
          </a:prstGeom>
          <a:solidFill xmlns:a="http://schemas.openxmlformats.org/drawingml/2006/main">
            <a:srgbClr val="1D1A3A"/>
          </a:solidFill>
          <a:ln xmlns:a="http://schemas.openxmlformats.org/drawingml/2006/main" w="19050">
            <a:solidFill>
              <a:srgbClr val="A0E4C9"/>
            </a:solidFill>
            <a:prstDash val="solid"/>
          </a:ln>
        </p:spPr>
      </p:sp>
      <p:sp>
        <p:nvSpPr>
          <p:cNvPr id="18" name="">
            <a:extLst xmlns:a="http://schemas.openxmlformats.org/drawingml/2006/main">
              <a:ext uri="{FF2B5EF4-FFF2-40B4-BE49-F238E27FC236}">
                <a16:creationId xmlns:a16="http://schemas.microsoft.com/office/drawing/2014/main" id="{2F0CBBE5-79AA-4DC3-8338-6C6D46554081}"/>
              </a:ext>
            </a:extLst>
          </p:cNvPr>
          <p:cNvSpPr>
            <a:spLocks xmlns:a="http://schemas.openxmlformats.org/drawingml/2006/main" noGrp="1"/>
          </p:cNvSpPr>
          <p:nvPr/>
        </p:nvSpPr>
        <p:spPr>
          <a:xfrm xmlns:a="http://schemas.openxmlformats.org/drawingml/2006/main">
            <a:off x="5772150" y="28194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A0E4C9"/>
                </a:solidFill>
                <a:latin typeface="Helvetica Neue"/>
                <a:ea typeface="Helvetica Neue"/>
                <a:cs typeface="Helvetica Neue"/>
              </a:defRPr>
            </a:defPPr>
            <a:lvl1pPr algn="ctr">
              <a:defRPr sz="1200" b="1">
                <a:solidFill>
                  <a:srgbClr val="A0E4C9"/>
                </a:solidFill>
                <a:latin typeface="Helvetica Neue"/>
                <a:ea typeface="Helvetica Neue"/>
                <a:cs typeface="Helvetica Neue"/>
              </a:defRPr>
            </a:lvl1pPr>
            <a:lvl2pPr algn="ctr">
              <a:defRPr sz="1200" b="1">
                <a:solidFill>
                  <a:srgbClr val="A0E4C9"/>
                </a:solidFill>
                <a:latin typeface="Helvetica Neue"/>
                <a:ea typeface="Helvetica Neue"/>
                <a:cs typeface="Helvetica Neue"/>
              </a:defRPr>
            </a:lvl2pPr>
            <a:lvl3pPr algn="ctr">
              <a:defRPr sz="1200" b="1">
                <a:solidFill>
                  <a:srgbClr val="A0E4C9"/>
                </a:solidFill>
                <a:latin typeface="Helvetica Neue"/>
                <a:ea typeface="Helvetica Neue"/>
                <a:cs typeface="Helvetica Neue"/>
              </a:defRPr>
            </a:lvl3pPr>
            <a:lvl4pPr algn="ctr">
              <a:defRPr sz="1200" b="1">
                <a:solidFill>
                  <a:srgbClr val="A0E4C9"/>
                </a:solidFill>
                <a:latin typeface="Helvetica Neue"/>
                <a:ea typeface="Helvetica Neue"/>
                <a:cs typeface="Helvetica Neue"/>
              </a:defRPr>
            </a:lvl4pPr>
            <a:lvl5pPr algn="ctr">
              <a:defRPr sz="1200" b="1">
                <a:solidFill>
                  <a:srgbClr val="A0E4C9"/>
                </a:solidFill>
                <a:latin typeface="Helvetica Neue"/>
                <a:ea typeface="Helvetica Neue"/>
                <a:cs typeface="Helvetica Neue"/>
              </a:defRPr>
            </a:lvl5pPr>
            <a:lvl6pPr algn="ctr">
              <a:defRPr sz="1200" b="1">
                <a:solidFill>
                  <a:srgbClr val="A0E4C9"/>
                </a:solidFill>
                <a:latin typeface="Helvetica Neue"/>
                <a:ea typeface="Helvetica Neue"/>
                <a:cs typeface="Helvetica Neue"/>
              </a:defRPr>
            </a:lvl6pPr>
            <a:lvl7pPr algn="ctr">
              <a:defRPr sz="1200" b="1">
                <a:solidFill>
                  <a:srgbClr val="A0E4C9"/>
                </a:solidFill>
                <a:latin typeface="Helvetica Neue"/>
                <a:ea typeface="Helvetica Neue"/>
                <a:cs typeface="Helvetica Neue"/>
              </a:defRPr>
            </a:lvl7pPr>
            <a:lvl8pPr algn="ctr">
              <a:defRPr sz="1200" b="1">
                <a:solidFill>
                  <a:srgbClr val="A0E4C9"/>
                </a:solidFill>
                <a:latin typeface="Helvetica Neue"/>
                <a:ea typeface="Helvetica Neue"/>
                <a:cs typeface="Helvetica Neue"/>
              </a:defRPr>
            </a:lvl8pPr>
            <a:lvl9pPr algn="ctr">
              <a:defRPr sz="1200" b="1">
                <a:solidFill>
                  <a:srgbClr val="A0E4C9"/>
                </a:solidFill>
                <a:latin typeface="Helvetica Neue"/>
                <a:ea typeface="Helvetica Neue"/>
                <a:cs typeface="Helvetica Neue"/>
              </a:defRPr>
            </a:lvl9pPr>
          </a:lstStyle>
          <a:p xmlns:a="http://schemas.openxmlformats.org/drawingml/2006/main">
            <a:pPr algn="ctr">
              <a:defRPr sz="1200" b="1">
                <a:solidFill>
                  <a:srgbClr val="A0E4C9"/>
                </a:solidFill>
                <a:latin typeface="Helvetica Neue"/>
                <a:ea typeface="Helvetica Neue"/>
                <a:cs typeface="Helvetica Neue"/>
              </a:defRPr>
            </a:pPr>
            <a:r>
              <a:rPr sz="1200" b="1">
                <a:solidFill>
                  <a:srgbClr val="A0E4C9"/>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7D63C64B-D046-4E31-9CB1-C39D91DDC2C8}"/>
              </a:ext>
            </a:extLst>
          </p:cNvPr>
          <p:cNvSpPr>
            <a:spLocks xmlns:a="http://schemas.openxmlformats.org/drawingml/2006/main" noGrp="1"/>
          </p:cNvSpPr>
          <p:nvPr/>
        </p:nvSpPr>
        <p:spPr>
          <a:xfrm xmlns:a="http://schemas.openxmlformats.org/drawingml/2006/main">
            <a:off x="5124450" y="3524250"/>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F7F5FF"/>
                </a:solidFill>
                <a:latin typeface="Helvetica Neue"/>
                <a:ea typeface="Helvetica Neue"/>
                <a:cs typeface="Helvetica Neue"/>
              </a:defRPr>
            </a:defPPr>
            <a:lvl1pPr algn="ctr">
              <a:defRPr sz="1575" b="1">
                <a:solidFill>
                  <a:srgbClr val="F7F5FF"/>
                </a:solidFill>
                <a:latin typeface="Helvetica Neue"/>
                <a:ea typeface="Helvetica Neue"/>
                <a:cs typeface="Helvetica Neue"/>
              </a:defRPr>
            </a:lvl1pPr>
            <a:lvl2pPr algn="ctr">
              <a:defRPr sz="1575" b="1">
                <a:solidFill>
                  <a:srgbClr val="F7F5FF"/>
                </a:solidFill>
                <a:latin typeface="Helvetica Neue"/>
                <a:ea typeface="Helvetica Neue"/>
                <a:cs typeface="Helvetica Neue"/>
              </a:defRPr>
            </a:lvl2pPr>
            <a:lvl3pPr algn="ctr">
              <a:defRPr sz="1575" b="1">
                <a:solidFill>
                  <a:srgbClr val="F7F5FF"/>
                </a:solidFill>
                <a:latin typeface="Helvetica Neue"/>
                <a:ea typeface="Helvetica Neue"/>
                <a:cs typeface="Helvetica Neue"/>
              </a:defRPr>
            </a:lvl3pPr>
            <a:lvl4pPr algn="ctr">
              <a:defRPr sz="1575" b="1">
                <a:solidFill>
                  <a:srgbClr val="F7F5FF"/>
                </a:solidFill>
                <a:latin typeface="Helvetica Neue"/>
                <a:ea typeface="Helvetica Neue"/>
                <a:cs typeface="Helvetica Neue"/>
              </a:defRPr>
            </a:lvl4pPr>
            <a:lvl5pPr algn="ctr">
              <a:defRPr sz="1575" b="1">
                <a:solidFill>
                  <a:srgbClr val="F7F5FF"/>
                </a:solidFill>
                <a:latin typeface="Helvetica Neue"/>
                <a:ea typeface="Helvetica Neue"/>
                <a:cs typeface="Helvetica Neue"/>
              </a:defRPr>
            </a:lvl5pPr>
            <a:lvl6pPr algn="ctr">
              <a:defRPr sz="1575" b="1">
                <a:solidFill>
                  <a:srgbClr val="F7F5FF"/>
                </a:solidFill>
                <a:latin typeface="Helvetica Neue"/>
                <a:ea typeface="Helvetica Neue"/>
                <a:cs typeface="Helvetica Neue"/>
              </a:defRPr>
            </a:lvl6pPr>
            <a:lvl7pPr algn="ctr">
              <a:defRPr sz="1575" b="1">
                <a:solidFill>
                  <a:srgbClr val="F7F5FF"/>
                </a:solidFill>
                <a:latin typeface="Helvetica Neue"/>
                <a:ea typeface="Helvetica Neue"/>
                <a:cs typeface="Helvetica Neue"/>
              </a:defRPr>
            </a:lvl7pPr>
            <a:lvl8pPr algn="ctr">
              <a:defRPr sz="1575" b="1">
                <a:solidFill>
                  <a:srgbClr val="F7F5FF"/>
                </a:solidFill>
                <a:latin typeface="Helvetica Neue"/>
                <a:ea typeface="Helvetica Neue"/>
                <a:cs typeface="Helvetica Neue"/>
              </a:defRPr>
            </a:lvl8pPr>
            <a:lvl9pPr algn="ctr">
              <a:defRPr sz="1575" b="1">
                <a:solidFill>
                  <a:srgbClr val="F7F5FF"/>
                </a:solidFill>
                <a:latin typeface="Helvetica Neue"/>
                <a:ea typeface="Helvetica Neue"/>
                <a:cs typeface="Helvetica Neue"/>
              </a:defRPr>
            </a:lvl9pPr>
          </a:lstStyle>
          <a:p xmlns:a="http://schemas.openxmlformats.org/drawingml/2006/main">
            <a:pPr algn="ctr">
              <a:defRPr sz="1575" b="1">
                <a:solidFill>
                  <a:srgbClr val="F7F5FF"/>
                </a:solidFill>
                <a:latin typeface="Helvetica Neue"/>
                <a:ea typeface="Helvetica Neue"/>
                <a:cs typeface="Helvetica Neue"/>
              </a:defRPr>
            </a:pPr>
            <a:r>
              <a:rPr sz="1575" b="1">
                <a:solidFill>
                  <a:srgbClr val="F7F5FF"/>
                </a:solidFill>
                <a:latin typeface="Helvetica Neue"/>
                <a:ea typeface="Helvetica Neue"/>
                <a:cs typeface="Helvetica Neue"/>
              </a:rPr>
              <a:t>Get</a:t>
            </a:r>
          </a:p>
        </p:txBody>
      </p:sp>
      <p:sp>
        <p:nvSpPr>
          <p:cNvPr id="20" name="">
            <a:extLst xmlns:a="http://schemas.openxmlformats.org/drawingml/2006/main">
              <a:ext uri="{FF2B5EF4-FFF2-40B4-BE49-F238E27FC236}">
                <a16:creationId xmlns:a16="http://schemas.microsoft.com/office/drawing/2014/main" id="{8EC5C9B3-8852-4A42-B9FD-941CB7FDDC51}"/>
              </a:ext>
            </a:extLst>
          </p:cNvPr>
          <p:cNvSpPr>
            <a:spLocks xmlns:a="http://schemas.openxmlformats.org/drawingml/2006/main" noGrp="1"/>
          </p:cNvSpPr>
          <p:nvPr/>
        </p:nvSpPr>
        <p:spPr>
          <a:xfrm xmlns:a="http://schemas.openxmlformats.org/drawingml/2006/main">
            <a:off x="5057775" y="3914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B0ACC9"/>
                </a:solidFill>
                <a:latin typeface="Helvetica Neue"/>
                <a:ea typeface="Helvetica Neue"/>
                <a:cs typeface="Helvetica Neue"/>
              </a:defRPr>
            </a:defPPr>
            <a:lvl1pPr algn="ctr">
              <a:defRPr sz="1200" b="0">
                <a:solidFill>
                  <a:srgbClr val="B0ACC9"/>
                </a:solidFill>
                <a:latin typeface="Helvetica Neue"/>
                <a:ea typeface="Helvetica Neue"/>
                <a:cs typeface="Helvetica Neue"/>
              </a:defRPr>
            </a:lvl1pPr>
            <a:lvl2pPr algn="ctr">
              <a:defRPr sz="1200" b="0">
                <a:solidFill>
                  <a:srgbClr val="B0ACC9"/>
                </a:solidFill>
                <a:latin typeface="Helvetica Neue"/>
                <a:ea typeface="Helvetica Neue"/>
                <a:cs typeface="Helvetica Neue"/>
              </a:defRPr>
            </a:lvl2pPr>
            <a:lvl3pPr algn="ctr">
              <a:defRPr sz="1200" b="0">
                <a:solidFill>
                  <a:srgbClr val="B0ACC9"/>
                </a:solidFill>
                <a:latin typeface="Helvetica Neue"/>
                <a:ea typeface="Helvetica Neue"/>
                <a:cs typeface="Helvetica Neue"/>
              </a:defRPr>
            </a:lvl3pPr>
            <a:lvl4pPr algn="ctr">
              <a:defRPr sz="1200" b="0">
                <a:solidFill>
                  <a:srgbClr val="B0ACC9"/>
                </a:solidFill>
                <a:latin typeface="Helvetica Neue"/>
                <a:ea typeface="Helvetica Neue"/>
                <a:cs typeface="Helvetica Neue"/>
              </a:defRPr>
            </a:lvl4pPr>
            <a:lvl5pPr algn="ctr">
              <a:defRPr sz="1200" b="0">
                <a:solidFill>
                  <a:srgbClr val="B0ACC9"/>
                </a:solidFill>
                <a:latin typeface="Helvetica Neue"/>
                <a:ea typeface="Helvetica Neue"/>
                <a:cs typeface="Helvetica Neue"/>
              </a:defRPr>
            </a:lvl5pPr>
            <a:lvl6pPr algn="ctr">
              <a:defRPr sz="1200" b="0">
                <a:solidFill>
                  <a:srgbClr val="B0ACC9"/>
                </a:solidFill>
                <a:latin typeface="Helvetica Neue"/>
                <a:ea typeface="Helvetica Neue"/>
                <a:cs typeface="Helvetica Neue"/>
              </a:defRPr>
            </a:lvl6pPr>
            <a:lvl7pPr algn="ctr">
              <a:defRPr sz="1200" b="0">
                <a:solidFill>
                  <a:srgbClr val="B0ACC9"/>
                </a:solidFill>
                <a:latin typeface="Helvetica Neue"/>
                <a:ea typeface="Helvetica Neue"/>
                <a:cs typeface="Helvetica Neue"/>
              </a:defRPr>
            </a:lvl7pPr>
            <a:lvl8pPr algn="ctr">
              <a:defRPr sz="1200" b="0">
                <a:solidFill>
                  <a:srgbClr val="B0ACC9"/>
                </a:solidFill>
                <a:latin typeface="Helvetica Neue"/>
                <a:ea typeface="Helvetica Neue"/>
                <a:cs typeface="Helvetica Neue"/>
              </a:defRPr>
            </a:lvl8pPr>
            <a:lvl9pPr algn="ctr">
              <a:defRPr sz="1200" b="0">
                <a:solidFill>
                  <a:srgbClr val="B0ACC9"/>
                </a:solidFill>
                <a:latin typeface="Helvetica Neue"/>
                <a:ea typeface="Helvetica Neue"/>
                <a:cs typeface="Helvetica Neue"/>
              </a:defRPr>
            </a:lvl9pPr>
          </a:lstStyle>
          <a:p xmlns:a="http://schemas.openxmlformats.org/drawingml/2006/main">
            <a:pPr algn="ctr">
              <a:defRPr sz="1200" b="0">
                <a:solidFill>
                  <a:srgbClr val="B0ACC9"/>
                </a:solidFill>
                <a:latin typeface="Helvetica Neue"/>
                <a:ea typeface="Helvetica Neue"/>
                <a:cs typeface="Helvetica Neue"/>
              </a:defRPr>
            </a:pPr>
            <a:r>
              <a:rPr sz="1200" b="0">
                <a:solidFill>
                  <a:srgbClr val="B0ACC9"/>
                </a:solidFill>
                <a:latin typeface="Helvetica Neue"/>
                <a:ea typeface="Helvetica Neue"/>
                <a:cs typeface="Helvetica Neue"/>
              </a:rPr>
              <a:t>Məkanın yanındakı QR-ni oxut</a:t>
            </a:r>
          </a:p>
        </p:txBody>
      </p:sp>
      <p:sp>
        <p:nvSpPr>
          <p:cNvPr id="21" name="">
            <a:extLst xmlns:a="http://schemas.openxmlformats.org/drawingml/2006/main">
              <a:ext uri="{FF2B5EF4-FFF2-40B4-BE49-F238E27FC236}">
                <a16:creationId xmlns:a16="http://schemas.microsoft.com/office/drawing/2014/main" id="{A9DDAF73-B69C-49BA-BEF5-6D8C6D0E87B5}"/>
              </a:ext>
            </a:extLst>
          </p:cNvPr>
          <p:cNvSpPr>
            <a:spLocks xmlns:a="http://schemas.openxmlformats.org/drawingml/2006/main" noGrp="1"/>
          </p:cNvSpPr>
          <p:nvPr/>
        </p:nvSpPr>
        <p:spPr>
          <a:xfrm xmlns:a="http://schemas.openxmlformats.org/drawingml/2006/main">
            <a:off x="8181975" y="2667000"/>
            <a:ext cx="590550" cy="590550"/>
          </a:xfrm>
          <a:prstGeom xmlns:a="http://schemas.openxmlformats.org/drawingml/2006/main" prst="ellipse">
            <a:avLst/>
          </a:prstGeom>
          <a:solidFill xmlns:a="http://schemas.openxmlformats.org/drawingml/2006/main">
            <a:srgbClr val="1D1A3A"/>
          </a:solidFill>
          <a:ln xmlns:a="http://schemas.openxmlformats.org/drawingml/2006/main" w="19050">
            <a:solidFill>
              <a:srgbClr val="A0E4C9"/>
            </a:solidFill>
            <a:prstDash val="solid"/>
          </a:ln>
        </p:spPr>
      </p:sp>
      <p:sp>
        <p:nvSpPr>
          <p:cNvPr id="22" name="">
            <a:extLst xmlns:a="http://schemas.openxmlformats.org/drawingml/2006/main">
              <a:ext uri="{FF2B5EF4-FFF2-40B4-BE49-F238E27FC236}">
                <a16:creationId xmlns:a16="http://schemas.microsoft.com/office/drawing/2014/main" id="{2F605946-109C-4761-B1F4-7738C5728393}"/>
              </a:ext>
            </a:extLst>
          </p:cNvPr>
          <p:cNvSpPr>
            <a:spLocks xmlns:a="http://schemas.openxmlformats.org/drawingml/2006/main" noGrp="1"/>
          </p:cNvSpPr>
          <p:nvPr/>
        </p:nvSpPr>
        <p:spPr>
          <a:xfrm xmlns:a="http://schemas.openxmlformats.org/drawingml/2006/main">
            <a:off x="8191500" y="28194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A0E4C9"/>
                </a:solidFill>
                <a:latin typeface="Helvetica Neue"/>
                <a:ea typeface="Helvetica Neue"/>
                <a:cs typeface="Helvetica Neue"/>
              </a:defRPr>
            </a:defPPr>
            <a:lvl1pPr algn="ctr">
              <a:defRPr sz="1200" b="1">
                <a:solidFill>
                  <a:srgbClr val="A0E4C9"/>
                </a:solidFill>
                <a:latin typeface="Helvetica Neue"/>
                <a:ea typeface="Helvetica Neue"/>
                <a:cs typeface="Helvetica Neue"/>
              </a:defRPr>
            </a:lvl1pPr>
            <a:lvl2pPr algn="ctr">
              <a:defRPr sz="1200" b="1">
                <a:solidFill>
                  <a:srgbClr val="A0E4C9"/>
                </a:solidFill>
                <a:latin typeface="Helvetica Neue"/>
                <a:ea typeface="Helvetica Neue"/>
                <a:cs typeface="Helvetica Neue"/>
              </a:defRPr>
            </a:lvl2pPr>
            <a:lvl3pPr algn="ctr">
              <a:defRPr sz="1200" b="1">
                <a:solidFill>
                  <a:srgbClr val="A0E4C9"/>
                </a:solidFill>
                <a:latin typeface="Helvetica Neue"/>
                <a:ea typeface="Helvetica Neue"/>
                <a:cs typeface="Helvetica Neue"/>
              </a:defRPr>
            </a:lvl3pPr>
            <a:lvl4pPr algn="ctr">
              <a:defRPr sz="1200" b="1">
                <a:solidFill>
                  <a:srgbClr val="A0E4C9"/>
                </a:solidFill>
                <a:latin typeface="Helvetica Neue"/>
                <a:ea typeface="Helvetica Neue"/>
                <a:cs typeface="Helvetica Neue"/>
              </a:defRPr>
            </a:lvl4pPr>
            <a:lvl5pPr algn="ctr">
              <a:defRPr sz="1200" b="1">
                <a:solidFill>
                  <a:srgbClr val="A0E4C9"/>
                </a:solidFill>
                <a:latin typeface="Helvetica Neue"/>
                <a:ea typeface="Helvetica Neue"/>
                <a:cs typeface="Helvetica Neue"/>
              </a:defRPr>
            </a:lvl5pPr>
            <a:lvl6pPr algn="ctr">
              <a:defRPr sz="1200" b="1">
                <a:solidFill>
                  <a:srgbClr val="A0E4C9"/>
                </a:solidFill>
                <a:latin typeface="Helvetica Neue"/>
                <a:ea typeface="Helvetica Neue"/>
                <a:cs typeface="Helvetica Neue"/>
              </a:defRPr>
            </a:lvl6pPr>
            <a:lvl7pPr algn="ctr">
              <a:defRPr sz="1200" b="1">
                <a:solidFill>
                  <a:srgbClr val="A0E4C9"/>
                </a:solidFill>
                <a:latin typeface="Helvetica Neue"/>
                <a:ea typeface="Helvetica Neue"/>
                <a:cs typeface="Helvetica Neue"/>
              </a:defRPr>
            </a:lvl7pPr>
            <a:lvl8pPr algn="ctr">
              <a:defRPr sz="1200" b="1">
                <a:solidFill>
                  <a:srgbClr val="A0E4C9"/>
                </a:solidFill>
                <a:latin typeface="Helvetica Neue"/>
                <a:ea typeface="Helvetica Neue"/>
                <a:cs typeface="Helvetica Neue"/>
              </a:defRPr>
            </a:lvl8pPr>
            <a:lvl9pPr algn="ctr">
              <a:defRPr sz="1200" b="1">
                <a:solidFill>
                  <a:srgbClr val="A0E4C9"/>
                </a:solidFill>
                <a:latin typeface="Helvetica Neue"/>
                <a:ea typeface="Helvetica Neue"/>
                <a:cs typeface="Helvetica Neue"/>
              </a:defRPr>
            </a:lvl9pPr>
          </a:lstStyle>
          <a:p xmlns:a="http://schemas.openxmlformats.org/drawingml/2006/main">
            <a:pPr algn="ctr">
              <a:defRPr sz="1200" b="1">
                <a:solidFill>
                  <a:srgbClr val="A0E4C9"/>
                </a:solidFill>
                <a:latin typeface="Helvetica Neue"/>
                <a:ea typeface="Helvetica Neue"/>
                <a:cs typeface="Helvetica Neue"/>
              </a:defRPr>
            </a:pPr>
            <a:r>
              <a:rPr sz="1200" b="1">
                <a:solidFill>
                  <a:srgbClr val="A0E4C9"/>
                </a:solidFill>
                <a:latin typeface="Helvetica Neue"/>
                <a:ea typeface="Helvetica Neue"/>
                <a:cs typeface="Helvetica Neue"/>
              </a:rPr>
              <a:t>04</a:t>
            </a:r>
          </a:p>
        </p:txBody>
      </p:sp>
      <p:sp>
        <p:nvSpPr>
          <p:cNvPr id="23" name="">
            <a:extLst xmlns:a="http://schemas.openxmlformats.org/drawingml/2006/main">
              <a:ext uri="{FF2B5EF4-FFF2-40B4-BE49-F238E27FC236}">
                <a16:creationId xmlns:a16="http://schemas.microsoft.com/office/drawing/2014/main" id="{A9BA2CC8-F5D2-48F0-A13C-1D718BC8DEB8}"/>
              </a:ext>
            </a:extLst>
          </p:cNvPr>
          <p:cNvSpPr>
            <a:spLocks xmlns:a="http://schemas.openxmlformats.org/drawingml/2006/main" noGrp="1"/>
          </p:cNvSpPr>
          <p:nvPr/>
        </p:nvSpPr>
        <p:spPr>
          <a:xfrm xmlns:a="http://schemas.openxmlformats.org/drawingml/2006/main">
            <a:off x="7543800" y="3524250"/>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F7F5FF"/>
                </a:solidFill>
                <a:latin typeface="Helvetica Neue"/>
                <a:ea typeface="Helvetica Neue"/>
                <a:cs typeface="Helvetica Neue"/>
              </a:defRPr>
            </a:defPPr>
            <a:lvl1pPr algn="ctr">
              <a:defRPr sz="1575" b="1">
                <a:solidFill>
                  <a:srgbClr val="F7F5FF"/>
                </a:solidFill>
                <a:latin typeface="Helvetica Neue"/>
                <a:ea typeface="Helvetica Neue"/>
                <a:cs typeface="Helvetica Neue"/>
              </a:defRPr>
            </a:lvl1pPr>
            <a:lvl2pPr algn="ctr">
              <a:defRPr sz="1575" b="1">
                <a:solidFill>
                  <a:srgbClr val="F7F5FF"/>
                </a:solidFill>
                <a:latin typeface="Helvetica Neue"/>
                <a:ea typeface="Helvetica Neue"/>
                <a:cs typeface="Helvetica Neue"/>
              </a:defRPr>
            </a:lvl2pPr>
            <a:lvl3pPr algn="ctr">
              <a:defRPr sz="1575" b="1">
                <a:solidFill>
                  <a:srgbClr val="F7F5FF"/>
                </a:solidFill>
                <a:latin typeface="Helvetica Neue"/>
                <a:ea typeface="Helvetica Neue"/>
                <a:cs typeface="Helvetica Neue"/>
              </a:defRPr>
            </a:lvl3pPr>
            <a:lvl4pPr algn="ctr">
              <a:defRPr sz="1575" b="1">
                <a:solidFill>
                  <a:srgbClr val="F7F5FF"/>
                </a:solidFill>
                <a:latin typeface="Helvetica Neue"/>
                <a:ea typeface="Helvetica Neue"/>
                <a:cs typeface="Helvetica Neue"/>
              </a:defRPr>
            </a:lvl4pPr>
            <a:lvl5pPr algn="ctr">
              <a:defRPr sz="1575" b="1">
                <a:solidFill>
                  <a:srgbClr val="F7F5FF"/>
                </a:solidFill>
                <a:latin typeface="Helvetica Neue"/>
                <a:ea typeface="Helvetica Neue"/>
                <a:cs typeface="Helvetica Neue"/>
              </a:defRPr>
            </a:lvl5pPr>
            <a:lvl6pPr algn="ctr">
              <a:defRPr sz="1575" b="1">
                <a:solidFill>
                  <a:srgbClr val="F7F5FF"/>
                </a:solidFill>
                <a:latin typeface="Helvetica Neue"/>
                <a:ea typeface="Helvetica Neue"/>
                <a:cs typeface="Helvetica Neue"/>
              </a:defRPr>
            </a:lvl6pPr>
            <a:lvl7pPr algn="ctr">
              <a:defRPr sz="1575" b="1">
                <a:solidFill>
                  <a:srgbClr val="F7F5FF"/>
                </a:solidFill>
                <a:latin typeface="Helvetica Neue"/>
                <a:ea typeface="Helvetica Neue"/>
                <a:cs typeface="Helvetica Neue"/>
              </a:defRPr>
            </a:lvl7pPr>
            <a:lvl8pPr algn="ctr">
              <a:defRPr sz="1575" b="1">
                <a:solidFill>
                  <a:srgbClr val="F7F5FF"/>
                </a:solidFill>
                <a:latin typeface="Helvetica Neue"/>
                <a:ea typeface="Helvetica Neue"/>
                <a:cs typeface="Helvetica Neue"/>
              </a:defRPr>
            </a:lvl8pPr>
            <a:lvl9pPr algn="ctr">
              <a:defRPr sz="1575" b="1">
                <a:solidFill>
                  <a:srgbClr val="F7F5FF"/>
                </a:solidFill>
                <a:latin typeface="Helvetica Neue"/>
                <a:ea typeface="Helvetica Neue"/>
                <a:cs typeface="Helvetica Neue"/>
              </a:defRPr>
            </a:lvl9pPr>
          </a:lstStyle>
          <a:p xmlns:a="http://schemas.openxmlformats.org/drawingml/2006/main">
            <a:pPr algn="ctr">
              <a:defRPr sz="1575" b="1">
                <a:solidFill>
                  <a:srgbClr val="F7F5FF"/>
                </a:solidFill>
                <a:latin typeface="Helvetica Neue"/>
                <a:ea typeface="Helvetica Neue"/>
                <a:cs typeface="Helvetica Neue"/>
              </a:defRPr>
            </a:pPr>
            <a:r>
              <a:rPr sz="1575" b="1">
                <a:solidFill>
                  <a:srgbClr val="F7F5FF"/>
                </a:solidFill>
                <a:latin typeface="Helvetica Neue"/>
                <a:ea typeface="Helvetica Neue"/>
                <a:cs typeface="Helvetica Neue"/>
              </a:rPr>
              <a:t>Müşahidə et</a:t>
            </a:r>
          </a:p>
        </p:txBody>
      </p:sp>
      <p:sp>
        <p:nvSpPr>
          <p:cNvPr id="24" name="">
            <a:extLst xmlns:a="http://schemas.openxmlformats.org/drawingml/2006/main">
              <a:ext uri="{FF2B5EF4-FFF2-40B4-BE49-F238E27FC236}">
                <a16:creationId xmlns:a16="http://schemas.microsoft.com/office/drawing/2014/main" id="{95D9741A-5DC6-462F-9A69-001BFD2EA08E}"/>
              </a:ext>
            </a:extLst>
          </p:cNvPr>
          <p:cNvSpPr>
            <a:spLocks xmlns:a="http://schemas.openxmlformats.org/drawingml/2006/main" noGrp="1"/>
          </p:cNvSpPr>
          <p:nvPr/>
        </p:nvSpPr>
        <p:spPr>
          <a:xfrm xmlns:a="http://schemas.openxmlformats.org/drawingml/2006/main">
            <a:off x="7477125" y="3914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B0ACC9"/>
                </a:solidFill>
                <a:latin typeface="Helvetica Neue"/>
                <a:ea typeface="Helvetica Neue"/>
                <a:cs typeface="Helvetica Neue"/>
              </a:defRPr>
            </a:defPPr>
            <a:lvl1pPr algn="ctr">
              <a:defRPr sz="1200" b="0">
                <a:solidFill>
                  <a:srgbClr val="B0ACC9"/>
                </a:solidFill>
                <a:latin typeface="Helvetica Neue"/>
                <a:ea typeface="Helvetica Neue"/>
                <a:cs typeface="Helvetica Neue"/>
              </a:defRPr>
            </a:lvl1pPr>
            <a:lvl2pPr algn="ctr">
              <a:defRPr sz="1200" b="0">
                <a:solidFill>
                  <a:srgbClr val="B0ACC9"/>
                </a:solidFill>
                <a:latin typeface="Helvetica Neue"/>
                <a:ea typeface="Helvetica Neue"/>
                <a:cs typeface="Helvetica Neue"/>
              </a:defRPr>
            </a:lvl2pPr>
            <a:lvl3pPr algn="ctr">
              <a:defRPr sz="1200" b="0">
                <a:solidFill>
                  <a:srgbClr val="B0ACC9"/>
                </a:solidFill>
                <a:latin typeface="Helvetica Neue"/>
                <a:ea typeface="Helvetica Neue"/>
                <a:cs typeface="Helvetica Neue"/>
              </a:defRPr>
            </a:lvl3pPr>
            <a:lvl4pPr algn="ctr">
              <a:defRPr sz="1200" b="0">
                <a:solidFill>
                  <a:srgbClr val="B0ACC9"/>
                </a:solidFill>
                <a:latin typeface="Helvetica Neue"/>
                <a:ea typeface="Helvetica Neue"/>
                <a:cs typeface="Helvetica Neue"/>
              </a:defRPr>
            </a:lvl4pPr>
            <a:lvl5pPr algn="ctr">
              <a:defRPr sz="1200" b="0">
                <a:solidFill>
                  <a:srgbClr val="B0ACC9"/>
                </a:solidFill>
                <a:latin typeface="Helvetica Neue"/>
                <a:ea typeface="Helvetica Neue"/>
                <a:cs typeface="Helvetica Neue"/>
              </a:defRPr>
            </a:lvl5pPr>
            <a:lvl6pPr algn="ctr">
              <a:defRPr sz="1200" b="0">
                <a:solidFill>
                  <a:srgbClr val="B0ACC9"/>
                </a:solidFill>
                <a:latin typeface="Helvetica Neue"/>
                <a:ea typeface="Helvetica Neue"/>
                <a:cs typeface="Helvetica Neue"/>
              </a:defRPr>
            </a:lvl6pPr>
            <a:lvl7pPr algn="ctr">
              <a:defRPr sz="1200" b="0">
                <a:solidFill>
                  <a:srgbClr val="B0ACC9"/>
                </a:solidFill>
                <a:latin typeface="Helvetica Neue"/>
                <a:ea typeface="Helvetica Neue"/>
                <a:cs typeface="Helvetica Neue"/>
              </a:defRPr>
            </a:lvl7pPr>
            <a:lvl8pPr algn="ctr">
              <a:defRPr sz="1200" b="0">
                <a:solidFill>
                  <a:srgbClr val="B0ACC9"/>
                </a:solidFill>
                <a:latin typeface="Helvetica Neue"/>
                <a:ea typeface="Helvetica Neue"/>
                <a:cs typeface="Helvetica Neue"/>
              </a:defRPr>
            </a:lvl8pPr>
            <a:lvl9pPr algn="ctr">
              <a:defRPr sz="1200" b="0">
                <a:solidFill>
                  <a:srgbClr val="B0ACC9"/>
                </a:solidFill>
                <a:latin typeface="Helvetica Neue"/>
                <a:ea typeface="Helvetica Neue"/>
                <a:cs typeface="Helvetica Neue"/>
              </a:defRPr>
            </a:lvl9pPr>
          </a:lstStyle>
          <a:p xmlns:a="http://schemas.openxmlformats.org/drawingml/2006/main">
            <a:pPr algn="ctr">
              <a:defRPr sz="1200" b="0">
                <a:solidFill>
                  <a:srgbClr val="B0ACC9"/>
                </a:solidFill>
                <a:latin typeface="Helvetica Neue"/>
                <a:ea typeface="Helvetica Neue"/>
                <a:cs typeface="Helvetica Neue"/>
              </a:defRPr>
            </a:pPr>
            <a:r>
              <a:rPr sz="1200" b="0">
                <a:solidFill>
                  <a:srgbClr val="B0ACC9"/>
                </a:solidFill>
                <a:latin typeface="Helvetica Neue"/>
                <a:ea typeface="Helvetica Neue"/>
                <a:cs typeface="Helvetica Neue"/>
              </a:rPr>
              <a:t>Muzey tapşırığını tamamla</a:t>
            </a:r>
          </a:p>
        </p:txBody>
      </p:sp>
      <p:sp>
        <p:nvSpPr>
          <p:cNvPr id="25" name="">
            <a:extLst xmlns:a="http://schemas.openxmlformats.org/drawingml/2006/main">
              <a:ext uri="{FF2B5EF4-FFF2-40B4-BE49-F238E27FC236}">
                <a16:creationId xmlns:a16="http://schemas.microsoft.com/office/drawing/2014/main" id="{9520E7FE-1333-4BD4-9715-4E59D9FF9F19}"/>
              </a:ext>
            </a:extLst>
          </p:cNvPr>
          <p:cNvSpPr>
            <a:spLocks xmlns:a="http://schemas.openxmlformats.org/drawingml/2006/main" noGrp="1"/>
          </p:cNvSpPr>
          <p:nvPr/>
        </p:nvSpPr>
        <p:spPr>
          <a:xfrm xmlns:a="http://schemas.openxmlformats.org/drawingml/2006/main">
            <a:off x="10601325" y="2667000"/>
            <a:ext cx="590550" cy="590550"/>
          </a:xfrm>
          <a:prstGeom xmlns:a="http://schemas.openxmlformats.org/drawingml/2006/main" prst="ellipse">
            <a:avLst/>
          </a:prstGeom>
          <a:solidFill xmlns:a="http://schemas.openxmlformats.org/drawingml/2006/main">
            <a:srgbClr val="F5B942"/>
          </a:solidFill>
          <a:ln xmlns:a="http://schemas.openxmlformats.org/drawingml/2006/main" w="19050">
            <a:solidFill>
              <a:srgbClr val="F5B942"/>
            </a:solidFill>
            <a:prstDash val="solid"/>
          </a:ln>
        </p:spPr>
      </p:sp>
      <p:sp>
        <p:nvSpPr>
          <p:cNvPr id="26" name="">
            <a:extLst xmlns:a="http://schemas.openxmlformats.org/drawingml/2006/main">
              <a:ext uri="{FF2B5EF4-FFF2-40B4-BE49-F238E27FC236}">
                <a16:creationId xmlns:a16="http://schemas.microsoft.com/office/drawing/2014/main" id="{002486AD-277F-403C-A959-32EA76F35DFA}"/>
              </a:ext>
            </a:extLst>
          </p:cNvPr>
          <p:cNvSpPr>
            <a:spLocks xmlns:a="http://schemas.openxmlformats.org/drawingml/2006/main" noGrp="1"/>
          </p:cNvSpPr>
          <p:nvPr/>
        </p:nvSpPr>
        <p:spPr>
          <a:xfrm xmlns:a="http://schemas.openxmlformats.org/drawingml/2006/main">
            <a:off x="10610850" y="28194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09102B"/>
                </a:solidFill>
                <a:latin typeface="Helvetica Neue"/>
                <a:ea typeface="Helvetica Neue"/>
                <a:cs typeface="Helvetica Neue"/>
              </a:defRPr>
            </a:defPPr>
            <a:lvl1pPr algn="ctr">
              <a:defRPr sz="1200" b="1">
                <a:solidFill>
                  <a:srgbClr val="09102B"/>
                </a:solidFill>
                <a:latin typeface="Helvetica Neue"/>
                <a:ea typeface="Helvetica Neue"/>
                <a:cs typeface="Helvetica Neue"/>
              </a:defRPr>
            </a:lvl1pPr>
            <a:lvl2pPr algn="ctr">
              <a:defRPr sz="1200" b="1">
                <a:solidFill>
                  <a:srgbClr val="09102B"/>
                </a:solidFill>
                <a:latin typeface="Helvetica Neue"/>
                <a:ea typeface="Helvetica Neue"/>
                <a:cs typeface="Helvetica Neue"/>
              </a:defRPr>
            </a:lvl2pPr>
            <a:lvl3pPr algn="ctr">
              <a:defRPr sz="1200" b="1">
                <a:solidFill>
                  <a:srgbClr val="09102B"/>
                </a:solidFill>
                <a:latin typeface="Helvetica Neue"/>
                <a:ea typeface="Helvetica Neue"/>
                <a:cs typeface="Helvetica Neue"/>
              </a:defRPr>
            </a:lvl3pPr>
            <a:lvl4pPr algn="ctr">
              <a:defRPr sz="1200" b="1">
                <a:solidFill>
                  <a:srgbClr val="09102B"/>
                </a:solidFill>
                <a:latin typeface="Helvetica Neue"/>
                <a:ea typeface="Helvetica Neue"/>
                <a:cs typeface="Helvetica Neue"/>
              </a:defRPr>
            </a:lvl4pPr>
            <a:lvl5pPr algn="ctr">
              <a:defRPr sz="1200" b="1">
                <a:solidFill>
                  <a:srgbClr val="09102B"/>
                </a:solidFill>
                <a:latin typeface="Helvetica Neue"/>
                <a:ea typeface="Helvetica Neue"/>
                <a:cs typeface="Helvetica Neue"/>
              </a:defRPr>
            </a:lvl5pPr>
            <a:lvl6pPr algn="ctr">
              <a:defRPr sz="1200" b="1">
                <a:solidFill>
                  <a:srgbClr val="09102B"/>
                </a:solidFill>
                <a:latin typeface="Helvetica Neue"/>
                <a:ea typeface="Helvetica Neue"/>
                <a:cs typeface="Helvetica Neue"/>
              </a:defRPr>
            </a:lvl6pPr>
            <a:lvl7pPr algn="ctr">
              <a:defRPr sz="1200" b="1">
                <a:solidFill>
                  <a:srgbClr val="09102B"/>
                </a:solidFill>
                <a:latin typeface="Helvetica Neue"/>
                <a:ea typeface="Helvetica Neue"/>
                <a:cs typeface="Helvetica Neue"/>
              </a:defRPr>
            </a:lvl7pPr>
            <a:lvl8pPr algn="ctr">
              <a:defRPr sz="1200" b="1">
                <a:solidFill>
                  <a:srgbClr val="09102B"/>
                </a:solidFill>
                <a:latin typeface="Helvetica Neue"/>
                <a:ea typeface="Helvetica Neue"/>
                <a:cs typeface="Helvetica Neue"/>
              </a:defRPr>
            </a:lvl8pPr>
            <a:lvl9pPr algn="ctr">
              <a:defRPr sz="1200" b="1">
                <a:solidFill>
                  <a:srgbClr val="09102B"/>
                </a:solidFill>
                <a:latin typeface="Helvetica Neue"/>
                <a:ea typeface="Helvetica Neue"/>
                <a:cs typeface="Helvetica Neue"/>
              </a:defRPr>
            </a:lvl9pPr>
          </a:lstStyle>
          <a:p xmlns:a="http://schemas.openxmlformats.org/drawingml/2006/main">
            <a:pPr algn="ctr">
              <a:defRPr sz="1200" b="1">
                <a:solidFill>
                  <a:srgbClr val="09102B"/>
                </a:solidFill>
                <a:latin typeface="Helvetica Neue"/>
                <a:ea typeface="Helvetica Neue"/>
                <a:cs typeface="Helvetica Neue"/>
              </a:defRPr>
            </a:pPr>
            <a:r>
              <a:rPr sz="1200" b="1">
                <a:solidFill>
                  <a:srgbClr val="09102B"/>
                </a:solidFill>
                <a:latin typeface="Helvetica Neue"/>
                <a:ea typeface="Helvetica Neue"/>
                <a:cs typeface="Helvetica Neue"/>
              </a:rPr>
              <a:t>05</a:t>
            </a:r>
          </a:p>
        </p:txBody>
      </p:sp>
      <p:sp>
        <p:nvSpPr>
          <p:cNvPr id="27" name="">
            <a:extLst xmlns:a="http://schemas.openxmlformats.org/drawingml/2006/main">
              <a:ext uri="{FF2B5EF4-FFF2-40B4-BE49-F238E27FC236}">
                <a16:creationId xmlns:a16="http://schemas.microsoft.com/office/drawing/2014/main" id="{61E99A86-00A1-46AB-A33B-D26FCE14BEAC}"/>
              </a:ext>
            </a:extLst>
          </p:cNvPr>
          <p:cNvSpPr>
            <a:spLocks xmlns:a="http://schemas.openxmlformats.org/drawingml/2006/main" noGrp="1"/>
          </p:cNvSpPr>
          <p:nvPr/>
        </p:nvSpPr>
        <p:spPr>
          <a:xfrm xmlns:a="http://schemas.openxmlformats.org/drawingml/2006/main">
            <a:off x="9963150" y="3524250"/>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F7F5FF"/>
                </a:solidFill>
                <a:latin typeface="Helvetica Neue"/>
                <a:ea typeface="Helvetica Neue"/>
                <a:cs typeface="Helvetica Neue"/>
              </a:defRPr>
            </a:defPPr>
            <a:lvl1pPr algn="ctr">
              <a:defRPr sz="1575" b="1">
                <a:solidFill>
                  <a:srgbClr val="F7F5FF"/>
                </a:solidFill>
                <a:latin typeface="Helvetica Neue"/>
                <a:ea typeface="Helvetica Neue"/>
                <a:cs typeface="Helvetica Neue"/>
              </a:defRPr>
            </a:lvl1pPr>
            <a:lvl2pPr algn="ctr">
              <a:defRPr sz="1575" b="1">
                <a:solidFill>
                  <a:srgbClr val="F7F5FF"/>
                </a:solidFill>
                <a:latin typeface="Helvetica Neue"/>
                <a:ea typeface="Helvetica Neue"/>
                <a:cs typeface="Helvetica Neue"/>
              </a:defRPr>
            </a:lvl2pPr>
            <a:lvl3pPr algn="ctr">
              <a:defRPr sz="1575" b="1">
                <a:solidFill>
                  <a:srgbClr val="F7F5FF"/>
                </a:solidFill>
                <a:latin typeface="Helvetica Neue"/>
                <a:ea typeface="Helvetica Neue"/>
                <a:cs typeface="Helvetica Neue"/>
              </a:defRPr>
            </a:lvl3pPr>
            <a:lvl4pPr algn="ctr">
              <a:defRPr sz="1575" b="1">
                <a:solidFill>
                  <a:srgbClr val="F7F5FF"/>
                </a:solidFill>
                <a:latin typeface="Helvetica Neue"/>
                <a:ea typeface="Helvetica Neue"/>
                <a:cs typeface="Helvetica Neue"/>
              </a:defRPr>
            </a:lvl4pPr>
            <a:lvl5pPr algn="ctr">
              <a:defRPr sz="1575" b="1">
                <a:solidFill>
                  <a:srgbClr val="F7F5FF"/>
                </a:solidFill>
                <a:latin typeface="Helvetica Neue"/>
                <a:ea typeface="Helvetica Neue"/>
                <a:cs typeface="Helvetica Neue"/>
              </a:defRPr>
            </a:lvl5pPr>
            <a:lvl6pPr algn="ctr">
              <a:defRPr sz="1575" b="1">
                <a:solidFill>
                  <a:srgbClr val="F7F5FF"/>
                </a:solidFill>
                <a:latin typeface="Helvetica Neue"/>
                <a:ea typeface="Helvetica Neue"/>
                <a:cs typeface="Helvetica Neue"/>
              </a:defRPr>
            </a:lvl6pPr>
            <a:lvl7pPr algn="ctr">
              <a:defRPr sz="1575" b="1">
                <a:solidFill>
                  <a:srgbClr val="F7F5FF"/>
                </a:solidFill>
                <a:latin typeface="Helvetica Neue"/>
                <a:ea typeface="Helvetica Neue"/>
                <a:cs typeface="Helvetica Neue"/>
              </a:defRPr>
            </a:lvl7pPr>
            <a:lvl8pPr algn="ctr">
              <a:defRPr sz="1575" b="1">
                <a:solidFill>
                  <a:srgbClr val="F7F5FF"/>
                </a:solidFill>
                <a:latin typeface="Helvetica Neue"/>
                <a:ea typeface="Helvetica Neue"/>
                <a:cs typeface="Helvetica Neue"/>
              </a:defRPr>
            </a:lvl8pPr>
            <a:lvl9pPr algn="ctr">
              <a:defRPr sz="1575" b="1">
                <a:solidFill>
                  <a:srgbClr val="F7F5FF"/>
                </a:solidFill>
                <a:latin typeface="Helvetica Neue"/>
                <a:ea typeface="Helvetica Neue"/>
                <a:cs typeface="Helvetica Neue"/>
              </a:defRPr>
            </a:lvl9pPr>
          </a:lstStyle>
          <a:p xmlns:a="http://schemas.openxmlformats.org/drawingml/2006/main">
            <a:pPr algn="ctr">
              <a:defRPr sz="1575" b="1">
                <a:solidFill>
                  <a:srgbClr val="F7F5FF"/>
                </a:solidFill>
                <a:latin typeface="Helvetica Neue"/>
                <a:ea typeface="Helvetica Neue"/>
                <a:cs typeface="Helvetica Neue"/>
              </a:defRPr>
            </a:pPr>
            <a:r>
              <a:rPr sz="1575" b="1">
                <a:solidFill>
                  <a:srgbClr val="F7F5FF"/>
                </a:solidFill>
                <a:latin typeface="Helvetica Neue"/>
                <a:ea typeface="Helvetica Neue"/>
                <a:cs typeface="Helvetica Neue"/>
              </a:rPr>
              <a:t>İrəlilə</a:t>
            </a:r>
          </a:p>
        </p:txBody>
      </p:sp>
      <p:sp>
        <p:nvSpPr>
          <p:cNvPr id="28" name="">
            <a:extLst xmlns:a="http://schemas.openxmlformats.org/drawingml/2006/main">
              <a:ext uri="{FF2B5EF4-FFF2-40B4-BE49-F238E27FC236}">
                <a16:creationId xmlns:a16="http://schemas.microsoft.com/office/drawing/2014/main" id="{4D2CF391-C0AF-4503-86D8-4EC47A2259F9}"/>
              </a:ext>
            </a:extLst>
          </p:cNvPr>
          <p:cNvSpPr>
            <a:spLocks xmlns:a="http://schemas.openxmlformats.org/drawingml/2006/main" noGrp="1"/>
          </p:cNvSpPr>
          <p:nvPr/>
        </p:nvSpPr>
        <p:spPr>
          <a:xfrm xmlns:a="http://schemas.openxmlformats.org/drawingml/2006/main">
            <a:off x="9896475" y="3914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B0ACC9"/>
                </a:solidFill>
                <a:latin typeface="Helvetica Neue"/>
                <a:ea typeface="Helvetica Neue"/>
                <a:cs typeface="Helvetica Neue"/>
              </a:defRPr>
            </a:defPPr>
            <a:lvl1pPr algn="ctr">
              <a:defRPr sz="1200" b="0">
                <a:solidFill>
                  <a:srgbClr val="B0ACC9"/>
                </a:solidFill>
                <a:latin typeface="Helvetica Neue"/>
                <a:ea typeface="Helvetica Neue"/>
                <a:cs typeface="Helvetica Neue"/>
              </a:defRPr>
            </a:lvl1pPr>
            <a:lvl2pPr algn="ctr">
              <a:defRPr sz="1200" b="0">
                <a:solidFill>
                  <a:srgbClr val="B0ACC9"/>
                </a:solidFill>
                <a:latin typeface="Helvetica Neue"/>
                <a:ea typeface="Helvetica Neue"/>
                <a:cs typeface="Helvetica Neue"/>
              </a:defRPr>
            </a:lvl2pPr>
            <a:lvl3pPr algn="ctr">
              <a:defRPr sz="1200" b="0">
                <a:solidFill>
                  <a:srgbClr val="B0ACC9"/>
                </a:solidFill>
                <a:latin typeface="Helvetica Neue"/>
                <a:ea typeface="Helvetica Neue"/>
                <a:cs typeface="Helvetica Neue"/>
              </a:defRPr>
            </a:lvl3pPr>
            <a:lvl4pPr algn="ctr">
              <a:defRPr sz="1200" b="0">
                <a:solidFill>
                  <a:srgbClr val="B0ACC9"/>
                </a:solidFill>
                <a:latin typeface="Helvetica Neue"/>
                <a:ea typeface="Helvetica Neue"/>
                <a:cs typeface="Helvetica Neue"/>
              </a:defRPr>
            </a:lvl4pPr>
            <a:lvl5pPr algn="ctr">
              <a:defRPr sz="1200" b="0">
                <a:solidFill>
                  <a:srgbClr val="B0ACC9"/>
                </a:solidFill>
                <a:latin typeface="Helvetica Neue"/>
                <a:ea typeface="Helvetica Neue"/>
                <a:cs typeface="Helvetica Neue"/>
              </a:defRPr>
            </a:lvl5pPr>
            <a:lvl6pPr algn="ctr">
              <a:defRPr sz="1200" b="0">
                <a:solidFill>
                  <a:srgbClr val="B0ACC9"/>
                </a:solidFill>
                <a:latin typeface="Helvetica Neue"/>
                <a:ea typeface="Helvetica Neue"/>
                <a:cs typeface="Helvetica Neue"/>
              </a:defRPr>
            </a:lvl6pPr>
            <a:lvl7pPr algn="ctr">
              <a:defRPr sz="1200" b="0">
                <a:solidFill>
                  <a:srgbClr val="B0ACC9"/>
                </a:solidFill>
                <a:latin typeface="Helvetica Neue"/>
                <a:ea typeface="Helvetica Neue"/>
                <a:cs typeface="Helvetica Neue"/>
              </a:defRPr>
            </a:lvl7pPr>
            <a:lvl8pPr algn="ctr">
              <a:defRPr sz="1200" b="0">
                <a:solidFill>
                  <a:srgbClr val="B0ACC9"/>
                </a:solidFill>
                <a:latin typeface="Helvetica Neue"/>
                <a:ea typeface="Helvetica Neue"/>
                <a:cs typeface="Helvetica Neue"/>
              </a:defRPr>
            </a:lvl8pPr>
            <a:lvl9pPr algn="ctr">
              <a:defRPr sz="1200" b="0">
                <a:solidFill>
                  <a:srgbClr val="B0ACC9"/>
                </a:solidFill>
                <a:latin typeface="Helvetica Neue"/>
                <a:ea typeface="Helvetica Neue"/>
                <a:cs typeface="Helvetica Neue"/>
              </a:defRPr>
            </a:lvl9pPr>
          </a:lstStyle>
          <a:p xmlns:a="http://schemas.openxmlformats.org/drawingml/2006/main">
            <a:pPr algn="ctr">
              <a:defRPr sz="1200" b="0">
                <a:solidFill>
                  <a:srgbClr val="B0ACC9"/>
                </a:solidFill>
                <a:latin typeface="Helvetica Neue"/>
                <a:ea typeface="Helvetica Neue"/>
                <a:cs typeface="Helvetica Neue"/>
              </a:defRPr>
            </a:pPr>
            <a:r>
              <a:rPr sz="1200" b="0">
                <a:solidFill>
                  <a:srgbClr val="B0ACC9"/>
                </a:solidFill>
                <a:latin typeface="Helvetica Neue"/>
                <a:ea typeface="Helvetica Neue"/>
                <a:cs typeface="Helvetica Neue"/>
              </a:rPr>
              <a:t>Server XP-ni hesablayır</a:t>
            </a:r>
          </a:p>
        </p:txBody>
      </p:sp>
      <p:sp>
        <p:nvSpPr>
          <p:cNvPr id="29" name="">
            <a:extLst xmlns:a="http://schemas.openxmlformats.org/drawingml/2006/main">
              <a:ext uri="{FF2B5EF4-FFF2-40B4-BE49-F238E27FC236}">
                <a16:creationId xmlns:a16="http://schemas.microsoft.com/office/drawing/2014/main" id="{F5F9C204-CBD8-4134-AFF5-EC2B312988D7}"/>
              </a:ext>
            </a:extLst>
          </p:cNvPr>
          <p:cNvSpPr>
            <a:spLocks xmlns:a="http://schemas.openxmlformats.org/drawingml/2006/main" noGrp="1"/>
          </p:cNvSpPr>
          <p:nvPr/>
        </p:nvSpPr>
        <p:spPr>
          <a:xfrm xmlns:a="http://schemas.openxmlformats.org/drawingml/2006/main">
            <a:off x="904875" y="5057775"/>
            <a:ext cx="10382250" cy="685800"/>
          </a:xfrm>
          <a:prstGeom xmlns:a="http://schemas.openxmlformats.org/drawingml/2006/main" prst="roundRect">
            <a:avLst>
              <a:gd name="adj" fmla="val 25000"/>
            </a:avLst>
          </a:prstGeom>
          <a:solidFill xmlns:a="http://schemas.openxmlformats.org/drawingml/2006/main">
            <a:srgbClr val="15132E"/>
          </a:solidFill>
          <a:ln xmlns:a="http://schemas.openxmlformats.org/drawingml/2006/main" w="9525">
            <a:solidFill>
              <a:srgbClr val="34314F"/>
            </a:solidFill>
            <a:prstDash val="solid"/>
          </a:ln>
        </p:spPr>
      </p:sp>
      <p:sp>
        <p:nvSpPr>
          <p:cNvPr id="30" name="">
            <a:extLst xmlns:a="http://schemas.openxmlformats.org/drawingml/2006/main">
              <a:ext uri="{FF2B5EF4-FFF2-40B4-BE49-F238E27FC236}">
                <a16:creationId xmlns:a16="http://schemas.microsoft.com/office/drawing/2014/main" id="{002521B8-BA76-40DA-B0E3-906A489932F9}"/>
              </a:ext>
            </a:extLst>
          </p:cNvPr>
          <p:cNvSpPr>
            <a:spLocks xmlns:a="http://schemas.openxmlformats.org/drawingml/2006/main" noGrp="1"/>
          </p:cNvSpPr>
          <p:nvPr/>
        </p:nvSpPr>
        <p:spPr>
          <a:xfrm xmlns:a="http://schemas.openxmlformats.org/drawingml/2006/main">
            <a:off x="1133475" y="522922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B942"/>
                </a:solidFill>
                <a:latin typeface="Helvetica Neue"/>
                <a:ea typeface="Helvetica Neue"/>
                <a:cs typeface="Helvetica Neue"/>
              </a:defRPr>
            </a:defPPr>
            <a:lvl1pPr algn="l">
              <a:defRPr sz="1050" b="1">
                <a:solidFill>
                  <a:srgbClr val="F5B942"/>
                </a:solidFill>
                <a:latin typeface="Helvetica Neue"/>
                <a:ea typeface="Helvetica Neue"/>
                <a:cs typeface="Helvetica Neue"/>
              </a:defRPr>
            </a:lvl1pPr>
            <a:lvl2pPr algn="l">
              <a:defRPr sz="1050" b="1">
                <a:solidFill>
                  <a:srgbClr val="F5B942"/>
                </a:solidFill>
                <a:latin typeface="Helvetica Neue"/>
                <a:ea typeface="Helvetica Neue"/>
                <a:cs typeface="Helvetica Neue"/>
              </a:defRPr>
            </a:lvl2pPr>
            <a:lvl3pPr algn="l">
              <a:defRPr sz="1050" b="1">
                <a:solidFill>
                  <a:srgbClr val="F5B942"/>
                </a:solidFill>
                <a:latin typeface="Helvetica Neue"/>
                <a:ea typeface="Helvetica Neue"/>
                <a:cs typeface="Helvetica Neue"/>
              </a:defRPr>
            </a:lvl3pPr>
            <a:lvl4pPr algn="l">
              <a:defRPr sz="1050" b="1">
                <a:solidFill>
                  <a:srgbClr val="F5B942"/>
                </a:solidFill>
                <a:latin typeface="Helvetica Neue"/>
                <a:ea typeface="Helvetica Neue"/>
                <a:cs typeface="Helvetica Neue"/>
              </a:defRPr>
            </a:lvl4pPr>
            <a:lvl5pPr algn="l">
              <a:defRPr sz="1050" b="1">
                <a:solidFill>
                  <a:srgbClr val="F5B942"/>
                </a:solidFill>
                <a:latin typeface="Helvetica Neue"/>
                <a:ea typeface="Helvetica Neue"/>
                <a:cs typeface="Helvetica Neue"/>
              </a:defRPr>
            </a:lvl5pPr>
            <a:lvl6pPr algn="l">
              <a:defRPr sz="1050" b="1">
                <a:solidFill>
                  <a:srgbClr val="F5B942"/>
                </a:solidFill>
                <a:latin typeface="Helvetica Neue"/>
                <a:ea typeface="Helvetica Neue"/>
                <a:cs typeface="Helvetica Neue"/>
              </a:defRPr>
            </a:lvl6pPr>
            <a:lvl7pPr algn="l">
              <a:defRPr sz="1050" b="1">
                <a:solidFill>
                  <a:srgbClr val="F5B942"/>
                </a:solidFill>
                <a:latin typeface="Helvetica Neue"/>
                <a:ea typeface="Helvetica Neue"/>
                <a:cs typeface="Helvetica Neue"/>
              </a:defRPr>
            </a:lvl7pPr>
            <a:lvl8pPr algn="l">
              <a:defRPr sz="1050" b="1">
                <a:solidFill>
                  <a:srgbClr val="F5B942"/>
                </a:solidFill>
                <a:latin typeface="Helvetica Neue"/>
                <a:ea typeface="Helvetica Neue"/>
                <a:cs typeface="Helvetica Neue"/>
              </a:defRPr>
            </a:lvl8pPr>
            <a:lvl9pPr algn="l">
              <a:defRPr sz="1050" b="1">
                <a:solidFill>
                  <a:srgbClr val="F5B942"/>
                </a:solidFill>
                <a:latin typeface="Helvetica Neue"/>
                <a:ea typeface="Helvetica Neue"/>
                <a:cs typeface="Helvetica Neue"/>
              </a:defRPr>
            </a:lvl9pPr>
          </a:lstStyle>
          <a:p xmlns:a="http://schemas.openxmlformats.org/drawingml/2006/main">
            <a:pPr algn="l">
              <a:defRPr sz="1050" b="1">
                <a:solidFill>
                  <a:srgbClr val="F5B942"/>
                </a:solidFill>
                <a:latin typeface="Helvetica Neue"/>
                <a:ea typeface="Helvetica Neue"/>
                <a:cs typeface="Helvetica Neue"/>
              </a:defRPr>
            </a:pPr>
            <a:r>
              <a:rPr sz="1050" b="1">
                <a:solidFill>
                  <a:srgbClr val="F5B942"/>
                </a:solidFill>
                <a:latin typeface="Helvetica Neue"/>
                <a:ea typeface="Helvetica Neue"/>
                <a:cs typeface="Helvetica Neue"/>
              </a:rPr>
              <a:t>Əsas qayda</a:t>
            </a:r>
          </a:p>
        </p:txBody>
      </p:sp>
      <p:sp>
        <p:nvSpPr>
          <p:cNvPr id="31" name="">
            <a:extLst xmlns:a="http://schemas.openxmlformats.org/drawingml/2006/main">
              <a:ext uri="{FF2B5EF4-FFF2-40B4-BE49-F238E27FC236}">
                <a16:creationId xmlns:a16="http://schemas.microsoft.com/office/drawing/2014/main" id="{F3942B17-E5B0-47ED-A55A-49F7D930DD8E}"/>
              </a:ext>
            </a:extLst>
          </p:cNvPr>
          <p:cNvSpPr>
            <a:spLocks xmlns:a="http://schemas.openxmlformats.org/drawingml/2006/main" noGrp="1"/>
          </p:cNvSpPr>
          <p:nvPr/>
        </p:nvSpPr>
        <p:spPr>
          <a:xfrm xmlns:a="http://schemas.openxmlformats.org/drawingml/2006/main">
            <a:off x="2667000" y="5210175"/>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7F5FF"/>
                </a:solidFill>
                <a:latin typeface="Helvetica Neue"/>
                <a:ea typeface="Helvetica Neue"/>
                <a:cs typeface="Helvetica Neue"/>
              </a:defRPr>
            </a:defPPr>
            <a:lvl1pPr algn="l">
              <a:defRPr sz="1350" b="1">
                <a:solidFill>
                  <a:srgbClr val="F7F5FF"/>
                </a:solidFill>
                <a:latin typeface="Helvetica Neue"/>
                <a:ea typeface="Helvetica Neue"/>
                <a:cs typeface="Helvetica Neue"/>
              </a:defRPr>
            </a:lvl1pPr>
            <a:lvl2pPr algn="l">
              <a:defRPr sz="1350" b="1">
                <a:solidFill>
                  <a:srgbClr val="F7F5FF"/>
                </a:solidFill>
                <a:latin typeface="Helvetica Neue"/>
                <a:ea typeface="Helvetica Neue"/>
                <a:cs typeface="Helvetica Neue"/>
              </a:defRPr>
            </a:lvl2pPr>
            <a:lvl3pPr algn="l">
              <a:defRPr sz="1350" b="1">
                <a:solidFill>
                  <a:srgbClr val="F7F5FF"/>
                </a:solidFill>
                <a:latin typeface="Helvetica Neue"/>
                <a:ea typeface="Helvetica Neue"/>
                <a:cs typeface="Helvetica Neue"/>
              </a:defRPr>
            </a:lvl3pPr>
            <a:lvl4pPr algn="l">
              <a:defRPr sz="1350" b="1">
                <a:solidFill>
                  <a:srgbClr val="F7F5FF"/>
                </a:solidFill>
                <a:latin typeface="Helvetica Neue"/>
                <a:ea typeface="Helvetica Neue"/>
                <a:cs typeface="Helvetica Neue"/>
              </a:defRPr>
            </a:lvl4pPr>
            <a:lvl5pPr algn="l">
              <a:defRPr sz="1350" b="1">
                <a:solidFill>
                  <a:srgbClr val="F7F5FF"/>
                </a:solidFill>
                <a:latin typeface="Helvetica Neue"/>
                <a:ea typeface="Helvetica Neue"/>
                <a:cs typeface="Helvetica Neue"/>
              </a:defRPr>
            </a:lvl5pPr>
            <a:lvl6pPr algn="l">
              <a:defRPr sz="1350" b="1">
                <a:solidFill>
                  <a:srgbClr val="F7F5FF"/>
                </a:solidFill>
                <a:latin typeface="Helvetica Neue"/>
                <a:ea typeface="Helvetica Neue"/>
                <a:cs typeface="Helvetica Neue"/>
              </a:defRPr>
            </a:lvl6pPr>
            <a:lvl7pPr algn="l">
              <a:defRPr sz="1350" b="1">
                <a:solidFill>
                  <a:srgbClr val="F7F5FF"/>
                </a:solidFill>
                <a:latin typeface="Helvetica Neue"/>
                <a:ea typeface="Helvetica Neue"/>
                <a:cs typeface="Helvetica Neue"/>
              </a:defRPr>
            </a:lvl7pPr>
            <a:lvl8pPr algn="l">
              <a:defRPr sz="1350" b="1">
                <a:solidFill>
                  <a:srgbClr val="F7F5FF"/>
                </a:solidFill>
                <a:latin typeface="Helvetica Neue"/>
                <a:ea typeface="Helvetica Neue"/>
                <a:cs typeface="Helvetica Neue"/>
              </a:defRPr>
            </a:lvl8pPr>
            <a:lvl9pPr algn="l">
              <a:defRPr sz="1350" b="1">
                <a:solidFill>
                  <a:srgbClr val="F7F5FF"/>
                </a:solidFill>
                <a:latin typeface="Helvetica Neue"/>
                <a:ea typeface="Helvetica Neue"/>
                <a:cs typeface="Helvetica Neue"/>
              </a:defRPr>
            </a:lvl9pPr>
          </a:lstStyle>
          <a:p xmlns:a="http://schemas.openxmlformats.org/drawingml/2006/main">
            <a:pPr algn="l">
              <a:defRPr sz="1350" b="1">
                <a:solidFill>
                  <a:srgbClr val="F7F5FF"/>
                </a:solidFill>
                <a:latin typeface="Helvetica Neue"/>
                <a:ea typeface="Helvetica Neue"/>
                <a:cs typeface="Helvetica Neue"/>
              </a:defRPr>
            </a:pPr>
            <a:r>
              <a:rPr sz="1350" b="1">
                <a:solidFill>
                  <a:srgbClr val="F7F5FF"/>
                </a:solidFill>
                <a:latin typeface="Helvetica Neue"/>
                <a:ea typeface="Helvetica Neue"/>
                <a:cs typeface="Helvetica Neue"/>
              </a:rPr>
              <a:t>İpucunu seçmək XP vermir. XP-ni muzey tapşırıqları verir; məbləği backend hesablayır.</a:t>
            </a:r>
          </a:p>
        </p:txBody>
      </p:sp>
    </p:spTree>
    <p:extLst>
      <p:ext uri="{BB962C8B-B14F-4D97-AF65-F5344CB8AC3E}">
        <p14:creationId xmlns:p14="http://schemas.microsoft.com/office/powerpoint/2010/main" val="9439995"/>
      </p:ext>
    </p:extLst>
  </p:cSld>
</p:sld>
</file>

<file path=ppt/slides/slide4.xml><?xml version="1.0" encoding="utf-8"?>
<p:sld xmlns:p="http://schemas.openxmlformats.org/presentationml/2006/main">
  <p:cSld>
    <p:bg>
      <p:bgPr>
        <a:solidFill xmlns:a="http://schemas.openxmlformats.org/drawingml/2006/main">
          <a:srgbClr val="080C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4893E9B-9C89-466F-97A0-1373587D9BC4}"/>
              </a:ext>
            </a:extLst>
          </p:cNvPr>
          <p:cNvSpPr>
            <a:spLocks xmlns:a="http://schemas.openxmlformats.org/drawingml/2006/main" noGrp="1"/>
          </p:cNvSpPr>
          <p:nvPr/>
        </p:nvSpPr>
        <p:spPr>
          <a:xfrm xmlns:a="http://schemas.openxmlformats.org/drawingml/2006/main">
            <a:off x="609600" y="323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E4C9"/>
                </a:solidFill>
                <a:latin typeface="Helvetica Neue"/>
                <a:ea typeface="Helvetica Neue"/>
                <a:cs typeface="Helvetica Neue"/>
              </a:defRPr>
            </a:defPPr>
            <a:lvl1pPr algn="l">
              <a:defRPr sz="1125" b="1">
                <a:solidFill>
                  <a:srgbClr val="A0E4C9"/>
                </a:solidFill>
                <a:latin typeface="Helvetica Neue"/>
                <a:ea typeface="Helvetica Neue"/>
                <a:cs typeface="Helvetica Neue"/>
              </a:defRPr>
            </a:lvl1pPr>
            <a:lvl2pPr algn="l">
              <a:defRPr sz="1125" b="1">
                <a:solidFill>
                  <a:srgbClr val="A0E4C9"/>
                </a:solidFill>
                <a:latin typeface="Helvetica Neue"/>
                <a:ea typeface="Helvetica Neue"/>
                <a:cs typeface="Helvetica Neue"/>
              </a:defRPr>
            </a:lvl2pPr>
            <a:lvl3pPr algn="l">
              <a:defRPr sz="1125" b="1">
                <a:solidFill>
                  <a:srgbClr val="A0E4C9"/>
                </a:solidFill>
                <a:latin typeface="Helvetica Neue"/>
                <a:ea typeface="Helvetica Neue"/>
                <a:cs typeface="Helvetica Neue"/>
              </a:defRPr>
            </a:lvl3pPr>
            <a:lvl4pPr algn="l">
              <a:defRPr sz="1125" b="1">
                <a:solidFill>
                  <a:srgbClr val="A0E4C9"/>
                </a:solidFill>
                <a:latin typeface="Helvetica Neue"/>
                <a:ea typeface="Helvetica Neue"/>
                <a:cs typeface="Helvetica Neue"/>
              </a:defRPr>
            </a:lvl4pPr>
            <a:lvl5pPr algn="l">
              <a:defRPr sz="1125" b="1">
                <a:solidFill>
                  <a:srgbClr val="A0E4C9"/>
                </a:solidFill>
                <a:latin typeface="Helvetica Neue"/>
                <a:ea typeface="Helvetica Neue"/>
                <a:cs typeface="Helvetica Neue"/>
              </a:defRPr>
            </a:lvl5pPr>
            <a:lvl6pPr algn="l">
              <a:defRPr sz="1125" b="1">
                <a:solidFill>
                  <a:srgbClr val="A0E4C9"/>
                </a:solidFill>
                <a:latin typeface="Helvetica Neue"/>
                <a:ea typeface="Helvetica Neue"/>
                <a:cs typeface="Helvetica Neue"/>
              </a:defRPr>
            </a:lvl6pPr>
            <a:lvl7pPr algn="l">
              <a:defRPr sz="1125" b="1">
                <a:solidFill>
                  <a:srgbClr val="A0E4C9"/>
                </a:solidFill>
                <a:latin typeface="Helvetica Neue"/>
                <a:ea typeface="Helvetica Neue"/>
                <a:cs typeface="Helvetica Neue"/>
              </a:defRPr>
            </a:lvl7pPr>
            <a:lvl8pPr algn="l">
              <a:defRPr sz="1125" b="1">
                <a:solidFill>
                  <a:srgbClr val="A0E4C9"/>
                </a:solidFill>
                <a:latin typeface="Helvetica Neue"/>
                <a:ea typeface="Helvetica Neue"/>
                <a:cs typeface="Helvetica Neue"/>
              </a:defRPr>
            </a:lvl8pPr>
            <a:lvl9pPr algn="l">
              <a:defRPr sz="1125" b="1">
                <a:solidFill>
                  <a:srgbClr val="A0E4C9"/>
                </a:solidFill>
                <a:latin typeface="Helvetica Neue"/>
                <a:ea typeface="Helvetica Neue"/>
                <a:cs typeface="Helvetica Neue"/>
              </a:defRPr>
            </a:lvl9pPr>
          </a:lstStyle>
          <a:p xmlns:a="http://schemas.openxmlformats.org/drawingml/2006/main">
            <a:pPr algn="l">
              <a:defRPr sz="1125" b="1">
                <a:solidFill>
                  <a:srgbClr val="A0E4C9"/>
                </a:solidFill>
                <a:latin typeface="Helvetica Neue"/>
                <a:ea typeface="Helvetica Neue"/>
                <a:cs typeface="Helvetica Neue"/>
              </a:defRPr>
            </a:pPr>
            <a:r>
              <a:rPr sz="1125" b="1">
                <a:solidFill>
                  <a:srgbClr val="A0E4C9"/>
                </a:solidFill>
                <a:latin typeface="Helvetica Neue"/>
                <a:ea typeface="Helvetica Neue"/>
                <a:cs typeface="Helvetica Neue"/>
              </a:rPr>
              <a:t>ÇIRAQ</a:t>
            </a:r>
          </a:p>
        </p:txBody>
      </p:sp>
      <p:sp>
        <p:nvSpPr>
          <p:cNvPr id="2" name="">
            <a:extLst xmlns:a="http://schemas.openxmlformats.org/drawingml/2006/main">
              <a:ext uri="{FF2B5EF4-FFF2-40B4-BE49-F238E27FC236}">
                <a16:creationId xmlns:a16="http://schemas.microsoft.com/office/drawing/2014/main" id="{3BBFD455-2504-4A19-8598-CF6BAA876009}"/>
              </a:ext>
            </a:extLst>
          </p:cNvPr>
          <p:cNvSpPr>
            <a:spLocks xmlns:a="http://schemas.openxmlformats.org/drawingml/2006/main" noGrp="1"/>
          </p:cNvSpPr>
          <p:nvPr/>
        </p:nvSpPr>
        <p:spPr>
          <a:xfrm xmlns:a="http://schemas.openxmlformats.org/drawingml/2006/main">
            <a:off x="609600" y="7524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F7F5FF"/>
                </a:solidFill>
                <a:latin typeface="Helvetica Neue"/>
                <a:ea typeface="Helvetica Neue"/>
                <a:cs typeface="Helvetica Neue"/>
              </a:defRPr>
            </a:defPPr>
            <a:lvl1pPr algn="l">
              <a:defRPr sz="2925" b="1">
                <a:solidFill>
                  <a:srgbClr val="F7F5FF"/>
                </a:solidFill>
                <a:latin typeface="Helvetica Neue"/>
                <a:ea typeface="Helvetica Neue"/>
                <a:cs typeface="Helvetica Neue"/>
              </a:defRPr>
            </a:lvl1pPr>
            <a:lvl2pPr algn="l">
              <a:defRPr sz="2925" b="1">
                <a:solidFill>
                  <a:srgbClr val="F7F5FF"/>
                </a:solidFill>
                <a:latin typeface="Helvetica Neue"/>
                <a:ea typeface="Helvetica Neue"/>
                <a:cs typeface="Helvetica Neue"/>
              </a:defRPr>
            </a:lvl2pPr>
            <a:lvl3pPr algn="l">
              <a:defRPr sz="2925" b="1">
                <a:solidFill>
                  <a:srgbClr val="F7F5FF"/>
                </a:solidFill>
                <a:latin typeface="Helvetica Neue"/>
                <a:ea typeface="Helvetica Neue"/>
                <a:cs typeface="Helvetica Neue"/>
              </a:defRPr>
            </a:lvl3pPr>
            <a:lvl4pPr algn="l">
              <a:defRPr sz="2925" b="1">
                <a:solidFill>
                  <a:srgbClr val="F7F5FF"/>
                </a:solidFill>
                <a:latin typeface="Helvetica Neue"/>
                <a:ea typeface="Helvetica Neue"/>
                <a:cs typeface="Helvetica Neue"/>
              </a:defRPr>
            </a:lvl4pPr>
            <a:lvl5pPr algn="l">
              <a:defRPr sz="2925" b="1">
                <a:solidFill>
                  <a:srgbClr val="F7F5FF"/>
                </a:solidFill>
                <a:latin typeface="Helvetica Neue"/>
                <a:ea typeface="Helvetica Neue"/>
                <a:cs typeface="Helvetica Neue"/>
              </a:defRPr>
            </a:lvl5pPr>
            <a:lvl6pPr algn="l">
              <a:defRPr sz="2925" b="1">
                <a:solidFill>
                  <a:srgbClr val="F7F5FF"/>
                </a:solidFill>
                <a:latin typeface="Helvetica Neue"/>
                <a:ea typeface="Helvetica Neue"/>
                <a:cs typeface="Helvetica Neue"/>
              </a:defRPr>
            </a:lvl6pPr>
            <a:lvl7pPr algn="l">
              <a:defRPr sz="2925" b="1">
                <a:solidFill>
                  <a:srgbClr val="F7F5FF"/>
                </a:solidFill>
                <a:latin typeface="Helvetica Neue"/>
                <a:ea typeface="Helvetica Neue"/>
                <a:cs typeface="Helvetica Neue"/>
              </a:defRPr>
            </a:lvl7pPr>
            <a:lvl8pPr algn="l">
              <a:defRPr sz="2925" b="1">
                <a:solidFill>
                  <a:srgbClr val="F7F5FF"/>
                </a:solidFill>
                <a:latin typeface="Helvetica Neue"/>
                <a:ea typeface="Helvetica Neue"/>
                <a:cs typeface="Helvetica Neue"/>
              </a:defRPr>
            </a:lvl8pPr>
            <a:lvl9pPr algn="l">
              <a:defRPr sz="2925" b="1">
                <a:solidFill>
                  <a:srgbClr val="F7F5FF"/>
                </a:solidFill>
                <a:latin typeface="Helvetica Neue"/>
                <a:ea typeface="Helvetica Neue"/>
                <a:cs typeface="Helvetica Neue"/>
              </a:defRPr>
            </a:lvl9pPr>
          </a:lstStyle>
          <a:p xmlns:a="http://schemas.openxmlformats.org/drawingml/2006/main">
            <a:pPr algn="l">
              <a:defRPr sz="2925" b="1">
                <a:solidFill>
                  <a:srgbClr val="F7F5FF"/>
                </a:solidFill>
                <a:latin typeface="Helvetica Neue"/>
                <a:ea typeface="Helvetica Neue"/>
                <a:cs typeface="Helvetica Neue"/>
              </a:defRPr>
            </a:pPr>
            <a:r>
              <a:rPr sz="2925" b="1">
                <a:solidFill>
                  <a:srgbClr val="F7F5FF"/>
                </a:solidFill>
                <a:latin typeface="Helvetica Neue"/>
                <a:ea typeface="Helvetica Neue"/>
                <a:cs typeface="Helvetica Neue"/>
              </a:rPr>
              <a:t>İrəliləyişin iki tempi var</a:t>
            </a:r>
          </a:p>
        </p:txBody>
      </p:sp>
      <p:sp>
        <p:nvSpPr>
          <p:cNvPr id="3" name="">
            <a:extLst xmlns:a="http://schemas.openxmlformats.org/drawingml/2006/main">
              <a:ext uri="{FF2B5EF4-FFF2-40B4-BE49-F238E27FC236}">
                <a16:creationId xmlns:a16="http://schemas.microsoft.com/office/drawing/2014/main" id="{4DB2F354-A336-4BB5-A81F-34E85296979B}"/>
              </a:ext>
            </a:extLst>
          </p:cNvPr>
          <p:cNvSpPr>
            <a:spLocks xmlns:a="http://schemas.openxmlformats.org/drawingml/2006/main" noGrp="1"/>
          </p:cNvSpPr>
          <p:nvPr/>
        </p:nvSpPr>
        <p:spPr>
          <a:xfrm xmlns:a="http://schemas.openxmlformats.org/drawingml/2006/main">
            <a:off x="609600" y="138112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Daimi inkişaf və həftəlik rəqabət ayrı sayğaclarla izlənir.</a:t>
            </a:r>
          </a:p>
        </p:txBody>
      </p:sp>
      <p:sp>
        <p:nvSpPr>
          <p:cNvPr id="4" name="">
            <a:extLst xmlns:a="http://schemas.openxmlformats.org/drawingml/2006/main">
              <a:ext uri="{FF2B5EF4-FFF2-40B4-BE49-F238E27FC236}">
                <a16:creationId xmlns:a16="http://schemas.microsoft.com/office/drawing/2014/main" id="{F7DCC851-3335-4219-B7B6-C5D3A2B1C56E}"/>
              </a:ext>
            </a:extLst>
          </p:cNvPr>
          <p:cNvSpPr>
            <a:spLocks xmlns:a="http://schemas.openxmlformats.org/drawingml/2006/main" noGrp="1"/>
          </p:cNvSpPr>
          <p:nvPr/>
        </p:nvSpPr>
        <p:spPr>
          <a:xfrm xmlns:a="http://schemas.openxmlformats.org/drawingml/2006/main">
            <a:off x="609600" y="1924050"/>
            <a:ext cx="552450" cy="38100"/>
          </a:xfrm>
          <a:prstGeom xmlns:a="http://schemas.openxmlformats.org/drawingml/2006/main" prst="rect">
            <a:avLst/>
          </a:prstGeom>
          <a:solidFill xmlns:a="http://schemas.openxmlformats.org/drawingml/2006/main">
            <a:srgbClr val="F5B9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567C2F-F88F-4317-9CCD-304366896349}"/>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A8E8FA-ED78-4A91-8F1E-CF7A19FABD89}"/>
              </a:ext>
            </a:extLst>
          </p:cNvPr>
          <p:cNvSpPr>
            <a:spLocks xmlns:a="http://schemas.openxmlformats.org/drawingml/2006/main" noGrp="1"/>
          </p:cNvSpPr>
          <p:nvPr/>
        </p:nvSpPr>
        <p:spPr>
          <a:xfrm xmlns:a="http://schemas.openxmlformats.org/drawingml/2006/main">
            <a:off x="609600" y="65151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0ACC9"/>
                </a:solidFill>
                <a:latin typeface="Helvetica Neue"/>
                <a:ea typeface="Helvetica Neue"/>
                <a:cs typeface="Helvetica Neue"/>
              </a:defRPr>
            </a:defPPr>
            <a:lvl1pPr algn="l">
              <a:defRPr sz="900" b="1">
                <a:solidFill>
                  <a:srgbClr val="B0ACC9"/>
                </a:solidFill>
                <a:latin typeface="Helvetica Neue"/>
                <a:ea typeface="Helvetica Neue"/>
                <a:cs typeface="Helvetica Neue"/>
              </a:defRPr>
            </a:lvl1pPr>
            <a:lvl2pPr algn="l">
              <a:defRPr sz="900" b="1">
                <a:solidFill>
                  <a:srgbClr val="B0ACC9"/>
                </a:solidFill>
                <a:latin typeface="Helvetica Neue"/>
                <a:ea typeface="Helvetica Neue"/>
                <a:cs typeface="Helvetica Neue"/>
              </a:defRPr>
            </a:lvl2pPr>
            <a:lvl3pPr algn="l">
              <a:defRPr sz="900" b="1">
                <a:solidFill>
                  <a:srgbClr val="B0ACC9"/>
                </a:solidFill>
                <a:latin typeface="Helvetica Neue"/>
                <a:ea typeface="Helvetica Neue"/>
                <a:cs typeface="Helvetica Neue"/>
              </a:defRPr>
            </a:lvl3pPr>
            <a:lvl4pPr algn="l">
              <a:defRPr sz="900" b="1">
                <a:solidFill>
                  <a:srgbClr val="B0ACC9"/>
                </a:solidFill>
                <a:latin typeface="Helvetica Neue"/>
                <a:ea typeface="Helvetica Neue"/>
                <a:cs typeface="Helvetica Neue"/>
              </a:defRPr>
            </a:lvl4pPr>
            <a:lvl5pPr algn="l">
              <a:defRPr sz="900" b="1">
                <a:solidFill>
                  <a:srgbClr val="B0ACC9"/>
                </a:solidFill>
                <a:latin typeface="Helvetica Neue"/>
                <a:ea typeface="Helvetica Neue"/>
                <a:cs typeface="Helvetica Neue"/>
              </a:defRPr>
            </a:lvl5pPr>
            <a:lvl6pPr algn="l">
              <a:defRPr sz="900" b="1">
                <a:solidFill>
                  <a:srgbClr val="B0ACC9"/>
                </a:solidFill>
                <a:latin typeface="Helvetica Neue"/>
                <a:ea typeface="Helvetica Neue"/>
                <a:cs typeface="Helvetica Neue"/>
              </a:defRPr>
            </a:lvl6pPr>
            <a:lvl7pPr algn="l">
              <a:defRPr sz="900" b="1">
                <a:solidFill>
                  <a:srgbClr val="B0ACC9"/>
                </a:solidFill>
                <a:latin typeface="Helvetica Neue"/>
                <a:ea typeface="Helvetica Neue"/>
                <a:cs typeface="Helvetica Neue"/>
              </a:defRPr>
            </a:lvl7pPr>
            <a:lvl8pPr algn="l">
              <a:defRPr sz="900" b="1">
                <a:solidFill>
                  <a:srgbClr val="B0ACC9"/>
                </a:solidFill>
                <a:latin typeface="Helvetica Neue"/>
                <a:ea typeface="Helvetica Neue"/>
                <a:cs typeface="Helvetica Neue"/>
              </a:defRPr>
            </a:lvl8pPr>
            <a:lvl9pPr algn="l">
              <a:defRPr sz="900" b="1">
                <a:solidFill>
                  <a:srgbClr val="B0ACC9"/>
                </a:solidFill>
                <a:latin typeface="Helvetica Neue"/>
                <a:ea typeface="Helvetica Neue"/>
                <a:cs typeface="Helvetica Neue"/>
              </a:defRPr>
            </a:lvl9pPr>
          </a:lstStyle>
          <a:p xmlns:a="http://schemas.openxmlformats.org/drawingml/2006/main">
            <a:pPr algn="l">
              <a:defRPr sz="900" b="1">
                <a:solidFill>
                  <a:srgbClr val="B0ACC9"/>
                </a:solidFill>
                <a:latin typeface="Helvetica Neue"/>
                <a:ea typeface="Helvetica Neue"/>
                <a:cs typeface="Helvetica Neue"/>
              </a:defRPr>
            </a:pPr>
            <a:r>
              <a:rPr sz="900" b="1">
                <a:solidFill>
                  <a:srgbClr val="B0ACC9"/>
                </a:solidFill>
                <a:latin typeface="Helvetica Neue"/>
                <a:ea typeface="Helvetica Neue"/>
                <a:cs typeface="Helvetica Neue"/>
              </a:rPr>
              <a:t>ÇIRAQ  ·  MUZEYƏ GEDƏN MACƏRA</a:t>
            </a:r>
          </a:p>
        </p:txBody>
      </p:sp>
      <p:sp>
        <p:nvSpPr>
          <p:cNvPr id="7" name="">
            <a:extLst xmlns:a="http://schemas.openxmlformats.org/drawingml/2006/main">
              <a:ext uri="{FF2B5EF4-FFF2-40B4-BE49-F238E27FC236}">
                <a16:creationId xmlns:a16="http://schemas.microsoft.com/office/drawing/2014/main" id="{17FE3817-5391-4CB0-9364-F4B131EEB20C}"/>
              </a:ext>
            </a:extLst>
          </p:cNvPr>
          <p:cNvSpPr>
            <a:spLocks xmlns:a="http://schemas.openxmlformats.org/drawingml/2006/main" noGrp="1"/>
          </p:cNvSpPr>
          <p:nvPr/>
        </p:nvSpPr>
        <p:spPr>
          <a:xfrm xmlns:a="http://schemas.openxmlformats.org/drawingml/2006/main">
            <a:off x="10572750" y="64865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A0E4C9"/>
                </a:solidFill>
                <a:latin typeface="Helvetica Neue"/>
                <a:ea typeface="Helvetica Neue"/>
                <a:cs typeface="Helvetica Neue"/>
              </a:defRPr>
            </a:defPPr>
            <a:lvl1pPr algn="r">
              <a:defRPr sz="975" b="1">
                <a:solidFill>
                  <a:srgbClr val="A0E4C9"/>
                </a:solidFill>
                <a:latin typeface="Helvetica Neue"/>
                <a:ea typeface="Helvetica Neue"/>
                <a:cs typeface="Helvetica Neue"/>
              </a:defRPr>
            </a:lvl1pPr>
            <a:lvl2pPr algn="r">
              <a:defRPr sz="975" b="1">
                <a:solidFill>
                  <a:srgbClr val="A0E4C9"/>
                </a:solidFill>
                <a:latin typeface="Helvetica Neue"/>
                <a:ea typeface="Helvetica Neue"/>
                <a:cs typeface="Helvetica Neue"/>
              </a:defRPr>
            </a:lvl2pPr>
            <a:lvl3pPr algn="r">
              <a:defRPr sz="975" b="1">
                <a:solidFill>
                  <a:srgbClr val="A0E4C9"/>
                </a:solidFill>
                <a:latin typeface="Helvetica Neue"/>
                <a:ea typeface="Helvetica Neue"/>
                <a:cs typeface="Helvetica Neue"/>
              </a:defRPr>
            </a:lvl3pPr>
            <a:lvl4pPr algn="r">
              <a:defRPr sz="975" b="1">
                <a:solidFill>
                  <a:srgbClr val="A0E4C9"/>
                </a:solidFill>
                <a:latin typeface="Helvetica Neue"/>
                <a:ea typeface="Helvetica Neue"/>
                <a:cs typeface="Helvetica Neue"/>
              </a:defRPr>
            </a:lvl4pPr>
            <a:lvl5pPr algn="r">
              <a:defRPr sz="975" b="1">
                <a:solidFill>
                  <a:srgbClr val="A0E4C9"/>
                </a:solidFill>
                <a:latin typeface="Helvetica Neue"/>
                <a:ea typeface="Helvetica Neue"/>
                <a:cs typeface="Helvetica Neue"/>
              </a:defRPr>
            </a:lvl5pPr>
            <a:lvl6pPr algn="r">
              <a:defRPr sz="975" b="1">
                <a:solidFill>
                  <a:srgbClr val="A0E4C9"/>
                </a:solidFill>
                <a:latin typeface="Helvetica Neue"/>
                <a:ea typeface="Helvetica Neue"/>
                <a:cs typeface="Helvetica Neue"/>
              </a:defRPr>
            </a:lvl6pPr>
            <a:lvl7pPr algn="r">
              <a:defRPr sz="975" b="1">
                <a:solidFill>
                  <a:srgbClr val="A0E4C9"/>
                </a:solidFill>
                <a:latin typeface="Helvetica Neue"/>
                <a:ea typeface="Helvetica Neue"/>
                <a:cs typeface="Helvetica Neue"/>
              </a:defRPr>
            </a:lvl7pPr>
            <a:lvl8pPr algn="r">
              <a:defRPr sz="975" b="1">
                <a:solidFill>
                  <a:srgbClr val="A0E4C9"/>
                </a:solidFill>
                <a:latin typeface="Helvetica Neue"/>
                <a:ea typeface="Helvetica Neue"/>
                <a:cs typeface="Helvetica Neue"/>
              </a:defRPr>
            </a:lvl8pPr>
            <a:lvl9pPr algn="r">
              <a:defRPr sz="975" b="1">
                <a:solidFill>
                  <a:srgbClr val="A0E4C9"/>
                </a:solidFill>
                <a:latin typeface="Helvetica Neue"/>
                <a:ea typeface="Helvetica Neue"/>
                <a:cs typeface="Helvetica Neue"/>
              </a:defRPr>
            </a:lvl9pPr>
          </a:lstStyle>
          <a:p xmlns:a="http://schemas.openxmlformats.org/drawingml/2006/main">
            <a:pPr algn="r">
              <a:defRPr sz="975" b="1">
                <a:solidFill>
                  <a:srgbClr val="A0E4C9"/>
                </a:solidFill>
                <a:latin typeface="Helvetica Neue"/>
                <a:ea typeface="Helvetica Neue"/>
                <a:cs typeface="Helvetica Neue"/>
              </a:defRPr>
            </a:pPr>
            <a:r>
              <a:rPr sz="975" b="1">
                <a:solidFill>
                  <a:srgbClr val="A0E4C9"/>
                </a:solidFill>
                <a:latin typeface="Helvetica Neue"/>
                <a:ea typeface="Helvetica Neue"/>
                <a:cs typeface="Helvetica Neue"/>
              </a:rPr>
              <a:t>04 / 07</a:t>
            </a:r>
          </a:p>
        </p:txBody>
      </p:sp>
      <p:sp>
        <p:nvSpPr>
          <p:cNvPr id="8" name="">
            <a:extLst xmlns:a="http://schemas.openxmlformats.org/drawingml/2006/main">
              <a:ext uri="{FF2B5EF4-FFF2-40B4-BE49-F238E27FC236}">
                <a16:creationId xmlns:a16="http://schemas.microsoft.com/office/drawing/2014/main" id="{BEDF842D-9C46-4BC7-A499-7030A4151B35}"/>
              </a:ext>
            </a:extLst>
          </p:cNvPr>
          <p:cNvSpPr>
            <a:spLocks xmlns:a="http://schemas.openxmlformats.org/drawingml/2006/main" noGrp="1"/>
          </p:cNvSpPr>
          <p:nvPr/>
        </p:nvSpPr>
        <p:spPr>
          <a:xfrm xmlns:a="http://schemas.openxmlformats.org/drawingml/2006/main">
            <a:off x="781050" y="23241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E4C9"/>
                </a:solidFill>
                <a:latin typeface="Helvetica Neue"/>
                <a:ea typeface="Helvetica Neue"/>
                <a:cs typeface="Helvetica Neue"/>
              </a:defRPr>
            </a:defPPr>
            <a:lvl1pPr algn="l">
              <a:defRPr sz="1125" b="1">
                <a:solidFill>
                  <a:srgbClr val="A0E4C9"/>
                </a:solidFill>
                <a:latin typeface="Helvetica Neue"/>
                <a:ea typeface="Helvetica Neue"/>
                <a:cs typeface="Helvetica Neue"/>
              </a:defRPr>
            </a:lvl1pPr>
            <a:lvl2pPr algn="l">
              <a:defRPr sz="1125" b="1">
                <a:solidFill>
                  <a:srgbClr val="A0E4C9"/>
                </a:solidFill>
                <a:latin typeface="Helvetica Neue"/>
                <a:ea typeface="Helvetica Neue"/>
                <a:cs typeface="Helvetica Neue"/>
              </a:defRPr>
            </a:lvl2pPr>
            <a:lvl3pPr algn="l">
              <a:defRPr sz="1125" b="1">
                <a:solidFill>
                  <a:srgbClr val="A0E4C9"/>
                </a:solidFill>
                <a:latin typeface="Helvetica Neue"/>
                <a:ea typeface="Helvetica Neue"/>
                <a:cs typeface="Helvetica Neue"/>
              </a:defRPr>
            </a:lvl3pPr>
            <a:lvl4pPr algn="l">
              <a:defRPr sz="1125" b="1">
                <a:solidFill>
                  <a:srgbClr val="A0E4C9"/>
                </a:solidFill>
                <a:latin typeface="Helvetica Neue"/>
                <a:ea typeface="Helvetica Neue"/>
                <a:cs typeface="Helvetica Neue"/>
              </a:defRPr>
            </a:lvl4pPr>
            <a:lvl5pPr algn="l">
              <a:defRPr sz="1125" b="1">
                <a:solidFill>
                  <a:srgbClr val="A0E4C9"/>
                </a:solidFill>
                <a:latin typeface="Helvetica Neue"/>
                <a:ea typeface="Helvetica Neue"/>
                <a:cs typeface="Helvetica Neue"/>
              </a:defRPr>
            </a:lvl5pPr>
            <a:lvl6pPr algn="l">
              <a:defRPr sz="1125" b="1">
                <a:solidFill>
                  <a:srgbClr val="A0E4C9"/>
                </a:solidFill>
                <a:latin typeface="Helvetica Neue"/>
                <a:ea typeface="Helvetica Neue"/>
                <a:cs typeface="Helvetica Neue"/>
              </a:defRPr>
            </a:lvl6pPr>
            <a:lvl7pPr algn="l">
              <a:defRPr sz="1125" b="1">
                <a:solidFill>
                  <a:srgbClr val="A0E4C9"/>
                </a:solidFill>
                <a:latin typeface="Helvetica Neue"/>
                <a:ea typeface="Helvetica Neue"/>
                <a:cs typeface="Helvetica Neue"/>
              </a:defRPr>
            </a:lvl7pPr>
            <a:lvl8pPr algn="l">
              <a:defRPr sz="1125" b="1">
                <a:solidFill>
                  <a:srgbClr val="A0E4C9"/>
                </a:solidFill>
                <a:latin typeface="Helvetica Neue"/>
                <a:ea typeface="Helvetica Neue"/>
                <a:cs typeface="Helvetica Neue"/>
              </a:defRPr>
            </a:lvl8pPr>
            <a:lvl9pPr algn="l">
              <a:defRPr sz="1125" b="1">
                <a:solidFill>
                  <a:srgbClr val="A0E4C9"/>
                </a:solidFill>
                <a:latin typeface="Helvetica Neue"/>
                <a:ea typeface="Helvetica Neue"/>
                <a:cs typeface="Helvetica Neue"/>
              </a:defRPr>
            </a:lvl9pPr>
          </a:lstStyle>
          <a:p xmlns:a="http://schemas.openxmlformats.org/drawingml/2006/main">
            <a:pPr algn="l">
              <a:defRPr sz="1125" b="1">
                <a:solidFill>
                  <a:srgbClr val="A0E4C9"/>
                </a:solidFill>
                <a:latin typeface="Helvetica Neue"/>
                <a:ea typeface="Helvetica Neue"/>
                <a:cs typeface="Helvetica Neue"/>
              </a:defRPr>
            </a:pPr>
            <a:r>
              <a:rPr sz="1125" b="1">
                <a:solidFill>
                  <a:srgbClr val="A0E4C9"/>
                </a:solidFill>
                <a:latin typeface="Helvetica Neue"/>
                <a:ea typeface="Helvetica Neue"/>
                <a:cs typeface="Helvetica Neue"/>
              </a:rPr>
              <a:t>ÜMUMİ XP</a:t>
            </a:r>
          </a:p>
        </p:txBody>
      </p:sp>
      <p:sp>
        <p:nvSpPr>
          <p:cNvPr id="9" name="">
            <a:extLst xmlns:a="http://schemas.openxmlformats.org/drawingml/2006/main">
              <a:ext uri="{FF2B5EF4-FFF2-40B4-BE49-F238E27FC236}">
                <a16:creationId xmlns:a16="http://schemas.microsoft.com/office/drawing/2014/main" id="{A1F48AAF-FD35-4607-844C-DE2A5DED1B5F}"/>
              </a:ext>
            </a:extLst>
          </p:cNvPr>
          <p:cNvSpPr>
            <a:spLocks xmlns:a="http://schemas.openxmlformats.org/drawingml/2006/main" noGrp="1"/>
          </p:cNvSpPr>
          <p:nvPr/>
        </p:nvSpPr>
        <p:spPr>
          <a:xfrm xmlns:a="http://schemas.openxmlformats.org/drawingml/2006/main">
            <a:off x="781050" y="2686050"/>
            <a:ext cx="452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F7F5FF"/>
                </a:solidFill>
                <a:latin typeface="Helvetica Neue"/>
                <a:ea typeface="Helvetica Neue"/>
                <a:cs typeface="Helvetica Neue"/>
              </a:defRPr>
            </a:defPPr>
            <a:lvl1pPr algn="l">
              <a:defRPr sz="2325" b="1">
                <a:solidFill>
                  <a:srgbClr val="F7F5FF"/>
                </a:solidFill>
                <a:latin typeface="Helvetica Neue"/>
                <a:ea typeface="Helvetica Neue"/>
                <a:cs typeface="Helvetica Neue"/>
              </a:defRPr>
            </a:lvl1pPr>
            <a:lvl2pPr algn="l">
              <a:defRPr sz="2325" b="1">
                <a:solidFill>
                  <a:srgbClr val="F7F5FF"/>
                </a:solidFill>
                <a:latin typeface="Helvetica Neue"/>
                <a:ea typeface="Helvetica Neue"/>
                <a:cs typeface="Helvetica Neue"/>
              </a:defRPr>
            </a:lvl2pPr>
            <a:lvl3pPr algn="l">
              <a:defRPr sz="2325" b="1">
                <a:solidFill>
                  <a:srgbClr val="F7F5FF"/>
                </a:solidFill>
                <a:latin typeface="Helvetica Neue"/>
                <a:ea typeface="Helvetica Neue"/>
                <a:cs typeface="Helvetica Neue"/>
              </a:defRPr>
            </a:lvl3pPr>
            <a:lvl4pPr algn="l">
              <a:defRPr sz="2325" b="1">
                <a:solidFill>
                  <a:srgbClr val="F7F5FF"/>
                </a:solidFill>
                <a:latin typeface="Helvetica Neue"/>
                <a:ea typeface="Helvetica Neue"/>
                <a:cs typeface="Helvetica Neue"/>
              </a:defRPr>
            </a:lvl4pPr>
            <a:lvl5pPr algn="l">
              <a:defRPr sz="2325" b="1">
                <a:solidFill>
                  <a:srgbClr val="F7F5FF"/>
                </a:solidFill>
                <a:latin typeface="Helvetica Neue"/>
                <a:ea typeface="Helvetica Neue"/>
                <a:cs typeface="Helvetica Neue"/>
              </a:defRPr>
            </a:lvl5pPr>
            <a:lvl6pPr algn="l">
              <a:defRPr sz="2325" b="1">
                <a:solidFill>
                  <a:srgbClr val="F7F5FF"/>
                </a:solidFill>
                <a:latin typeface="Helvetica Neue"/>
                <a:ea typeface="Helvetica Neue"/>
                <a:cs typeface="Helvetica Neue"/>
              </a:defRPr>
            </a:lvl6pPr>
            <a:lvl7pPr algn="l">
              <a:defRPr sz="2325" b="1">
                <a:solidFill>
                  <a:srgbClr val="F7F5FF"/>
                </a:solidFill>
                <a:latin typeface="Helvetica Neue"/>
                <a:ea typeface="Helvetica Neue"/>
                <a:cs typeface="Helvetica Neue"/>
              </a:defRPr>
            </a:lvl7pPr>
            <a:lvl8pPr algn="l">
              <a:defRPr sz="2325" b="1">
                <a:solidFill>
                  <a:srgbClr val="F7F5FF"/>
                </a:solidFill>
                <a:latin typeface="Helvetica Neue"/>
                <a:ea typeface="Helvetica Neue"/>
                <a:cs typeface="Helvetica Neue"/>
              </a:defRPr>
            </a:lvl8pPr>
            <a:lvl9pPr algn="l">
              <a:defRPr sz="2325" b="1">
                <a:solidFill>
                  <a:srgbClr val="F7F5FF"/>
                </a:solidFill>
                <a:latin typeface="Helvetica Neue"/>
                <a:ea typeface="Helvetica Neue"/>
                <a:cs typeface="Helvetica Neue"/>
              </a:defRPr>
            </a:lvl9pPr>
          </a:lstStyle>
          <a:p xmlns:a="http://schemas.openxmlformats.org/drawingml/2006/main">
            <a:pPr algn="l">
              <a:defRPr sz="2325" b="1">
                <a:solidFill>
                  <a:srgbClr val="F7F5FF"/>
                </a:solidFill>
                <a:latin typeface="Helvetica Neue"/>
                <a:ea typeface="Helvetica Neue"/>
                <a:cs typeface="Helvetica Neue"/>
              </a:defRPr>
            </a:pPr>
            <a:r>
              <a:rPr sz="2325" b="1">
                <a:solidFill>
                  <a:srgbClr val="F7F5FF"/>
                </a:solidFill>
                <a:latin typeface="Helvetica Neue"/>
                <a:ea typeface="Helvetica Neue"/>
                <a:cs typeface="Helvetica Neue"/>
              </a:rPr>
              <a:t>Səviyyə və avatar</a:t>
            </a:r>
          </a:p>
        </p:txBody>
      </p:sp>
      <p:sp>
        <p:nvSpPr>
          <p:cNvPr id="10" name="">
            <a:extLst xmlns:a="http://schemas.openxmlformats.org/drawingml/2006/main">
              <a:ext uri="{FF2B5EF4-FFF2-40B4-BE49-F238E27FC236}">
                <a16:creationId xmlns:a16="http://schemas.microsoft.com/office/drawing/2014/main" id="{3D5789BF-23AC-4097-B753-8EC20DCD54F8}"/>
              </a:ext>
            </a:extLst>
          </p:cNvPr>
          <p:cNvSpPr>
            <a:spLocks xmlns:a="http://schemas.openxmlformats.org/drawingml/2006/main" noGrp="1"/>
          </p:cNvSpPr>
          <p:nvPr/>
        </p:nvSpPr>
        <p:spPr>
          <a:xfrm xmlns:a="http://schemas.openxmlformats.org/drawingml/2006/main">
            <a:off x="781050" y="3276600"/>
            <a:ext cx="4429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0ACC9"/>
                </a:solidFill>
                <a:latin typeface="Helvetica Neue"/>
                <a:ea typeface="Helvetica Neue"/>
                <a:cs typeface="Helvetica Neue"/>
              </a:defRPr>
            </a:defPPr>
            <a:lvl1pPr algn="l">
              <a:defRPr sz="1350" b="0">
                <a:solidFill>
                  <a:srgbClr val="B0ACC9"/>
                </a:solidFill>
                <a:latin typeface="Helvetica Neue"/>
                <a:ea typeface="Helvetica Neue"/>
                <a:cs typeface="Helvetica Neue"/>
              </a:defRPr>
            </a:lvl1pPr>
            <a:lvl2pPr algn="l">
              <a:defRPr sz="1350" b="0">
                <a:solidFill>
                  <a:srgbClr val="B0ACC9"/>
                </a:solidFill>
                <a:latin typeface="Helvetica Neue"/>
                <a:ea typeface="Helvetica Neue"/>
                <a:cs typeface="Helvetica Neue"/>
              </a:defRPr>
            </a:lvl2pPr>
            <a:lvl3pPr algn="l">
              <a:defRPr sz="1350" b="0">
                <a:solidFill>
                  <a:srgbClr val="B0ACC9"/>
                </a:solidFill>
                <a:latin typeface="Helvetica Neue"/>
                <a:ea typeface="Helvetica Neue"/>
                <a:cs typeface="Helvetica Neue"/>
              </a:defRPr>
            </a:lvl3pPr>
            <a:lvl4pPr algn="l">
              <a:defRPr sz="1350" b="0">
                <a:solidFill>
                  <a:srgbClr val="B0ACC9"/>
                </a:solidFill>
                <a:latin typeface="Helvetica Neue"/>
                <a:ea typeface="Helvetica Neue"/>
                <a:cs typeface="Helvetica Neue"/>
              </a:defRPr>
            </a:lvl4pPr>
            <a:lvl5pPr algn="l">
              <a:defRPr sz="1350" b="0">
                <a:solidFill>
                  <a:srgbClr val="B0ACC9"/>
                </a:solidFill>
                <a:latin typeface="Helvetica Neue"/>
                <a:ea typeface="Helvetica Neue"/>
                <a:cs typeface="Helvetica Neue"/>
              </a:defRPr>
            </a:lvl5pPr>
            <a:lvl6pPr algn="l">
              <a:defRPr sz="1350" b="0">
                <a:solidFill>
                  <a:srgbClr val="B0ACC9"/>
                </a:solidFill>
                <a:latin typeface="Helvetica Neue"/>
                <a:ea typeface="Helvetica Neue"/>
                <a:cs typeface="Helvetica Neue"/>
              </a:defRPr>
            </a:lvl6pPr>
            <a:lvl7pPr algn="l">
              <a:defRPr sz="1350" b="0">
                <a:solidFill>
                  <a:srgbClr val="B0ACC9"/>
                </a:solidFill>
                <a:latin typeface="Helvetica Neue"/>
                <a:ea typeface="Helvetica Neue"/>
                <a:cs typeface="Helvetica Neue"/>
              </a:defRPr>
            </a:lvl7pPr>
            <a:lvl8pPr algn="l">
              <a:defRPr sz="1350" b="0">
                <a:solidFill>
                  <a:srgbClr val="B0ACC9"/>
                </a:solidFill>
                <a:latin typeface="Helvetica Neue"/>
                <a:ea typeface="Helvetica Neue"/>
                <a:cs typeface="Helvetica Neue"/>
              </a:defRPr>
            </a:lvl8pPr>
            <a:lvl9pPr algn="l">
              <a:defRPr sz="1350" b="0">
                <a:solidFill>
                  <a:srgbClr val="B0ACC9"/>
                </a:solidFill>
                <a:latin typeface="Helvetica Neue"/>
                <a:ea typeface="Helvetica Neue"/>
                <a:cs typeface="Helvetica Neue"/>
              </a:defRPr>
            </a:lvl9pPr>
          </a:lstStyle>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Toplanan XP itmir; səviyyəni artırır, tarixi şəxsiyyət avatarlarını açır.</a:t>
            </a:r>
          </a:p>
        </p:txBody>
      </p:sp>
      <p:sp>
        <p:nvSpPr>
          <p:cNvPr id="11" name="">
            <a:extLst xmlns:a="http://schemas.openxmlformats.org/drawingml/2006/main">
              <a:ext uri="{FF2B5EF4-FFF2-40B4-BE49-F238E27FC236}">
                <a16:creationId xmlns:a16="http://schemas.microsoft.com/office/drawing/2014/main" id="{3EBBF0AD-87C6-449D-82A4-3304B1A87687}"/>
              </a:ext>
            </a:extLst>
          </p:cNvPr>
          <p:cNvSpPr>
            <a:spLocks xmlns:a="http://schemas.openxmlformats.org/drawingml/2006/main" noGrp="1"/>
          </p:cNvSpPr>
          <p:nvPr/>
        </p:nvSpPr>
        <p:spPr>
          <a:xfrm xmlns:a="http://schemas.openxmlformats.org/drawingml/2006/main">
            <a:off x="5924550" y="2305050"/>
            <a:ext cx="9525" cy="1752600"/>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DC1DE41-49EF-4D52-9378-C3DB0671FA60}"/>
              </a:ext>
            </a:extLst>
          </p:cNvPr>
          <p:cNvSpPr>
            <a:spLocks xmlns:a="http://schemas.openxmlformats.org/drawingml/2006/main" noGrp="1"/>
          </p:cNvSpPr>
          <p:nvPr/>
        </p:nvSpPr>
        <p:spPr>
          <a:xfrm xmlns:a="http://schemas.openxmlformats.org/drawingml/2006/main">
            <a:off x="6534150" y="23241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5B942"/>
                </a:solidFill>
                <a:latin typeface="Helvetica Neue"/>
                <a:ea typeface="Helvetica Neue"/>
                <a:cs typeface="Helvetica Neue"/>
              </a:defRPr>
            </a:defPPr>
            <a:lvl1pPr algn="l">
              <a:defRPr sz="1125" b="1">
                <a:solidFill>
                  <a:srgbClr val="F5B942"/>
                </a:solidFill>
                <a:latin typeface="Helvetica Neue"/>
                <a:ea typeface="Helvetica Neue"/>
                <a:cs typeface="Helvetica Neue"/>
              </a:defRPr>
            </a:lvl1pPr>
            <a:lvl2pPr algn="l">
              <a:defRPr sz="1125" b="1">
                <a:solidFill>
                  <a:srgbClr val="F5B942"/>
                </a:solidFill>
                <a:latin typeface="Helvetica Neue"/>
                <a:ea typeface="Helvetica Neue"/>
                <a:cs typeface="Helvetica Neue"/>
              </a:defRPr>
            </a:lvl2pPr>
            <a:lvl3pPr algn="l">
              <a:defRPr sz="1125" b="1">
                <a:solidFill>
                  <a:srgbClr val="F5B942"/>
                </a:solidFill>
                <a:latin typeface="Helvetica Neue"/>
                <a:ea typeface="Helvetica Neue"/>
                <a:cs typeface="Helvetica Neue"/>
              </a:defRPr>
            </a:lvl3pPr>
            <a:lvl4pPr algn="l">
              <a:defRPr sz="1125" b="1">
                <a:solidFill>
                  <a:srgbClr val="F5B942"/>
                </a:solidFill>
                <a:latin typeface="Helvetica Neue"/>
                <a:ea typeface="Helvetica Neue"/>
                <a:cs typeface="Helvetica Neue"/>
              </a:defRPr>
            </a:lvl4pPr>
            <a:lvl5pPr algn="l">
              <a:defRPr sz="1125" b="1">
                <a:solidFill>
                  <a:srgbClr val="F5B942"/>
                </a:solidFill>
                <a:latin typeface="Helvetica Neue"/>
                <a:ea typeface="Helvetica Neue"/>
                <a:cs typeface="Helvetica Neue"/>
              </a:defRPr>
            </a:lvl5pPr>
            <a:lvl6pPr algn="l">
              <a:defRPr sz="1125" b="1">
                <a:solidFill>
                  <a:srgbClr val="F5B942"/>
                </a:solidFill>
                <a:latin typeface="Helvetica Neue"/>
                <a:ea typeface="Helvetica Neue"/>
                <a:cs typeface="Helvetica Neue"/>
              </a:defRPr>
            </a:lvl6pPr>
            <a:lvl7pPr algn="l">
              <a:defRPr sz="1125" b="1">
                <a:solidFill>
                  <a:srgbClr val="F5B942"/>
                </a:solidFill>
                <a:latin typeface="Helvetica Neue"/>
                <a:ea typeface="Helvetica Neue"/>
                <a:cs typeface="Helvetica Neue"/>
              </a:defRPr>
            </a:lvl7pPr>
            <a:lvl8pPr algn="l">
              <a:defRPr sz="1125" b="1">
                <a:solidFill>
                  <a:srgbClr val="F5B942"/>
                </a:solidFill>
                <a:latin typeface="Helvetica Neue"/>
                <a:ea typeface="Helvetica Neue"/>
                <a:cs typeface="Helvetica Neue"/>
              </a:defRPr>
            </a:lvl8pPr>
            <a:lvl9pPr algn="l">
              <a:defRPr sz="1125" b="1">
                <a:solidFill>
                  <a:srgbClr val="F5B942"/>
                </a:solidFill>
                <a:latin typeface="Helvetica Neue"/>
                <a:ea typeface="Helvetica Neue"/>
                <a:cs typeface="Helvetica Neue"/>
              </a:defRPr>
            </a:lvl9pPr>
          </a:lstStyle>
          <a:p xmlns:a="http://schemas.openxmlformats.org/drawingml/2006/main">
            <a:pPr algn="l">
              <a:defRPr sz="1125" b="1">
                <a:solidFill>
                  <a:srgbClr val="F5B942"/>
                </a:solidFill>
                <a:latin typeface="Helvetica Neue"/>
                <a:ea typeface="Helvetica Neue"/>
                <a:cs typeface="Helvetica Neue"/>
              </a:defRPr>
            </a:pPr>
            <a:r>
              <a:rPr sz="1125" b="1">
                <a:solidFill>
                  <a:srgbClr val="F5B942"/>
                </a:solidFill>
                <a:latin typeface="Helvetica Neue"/>
                <a:ea typeface="Helvetica Neue"/>
                <a:cs typeface="Helvetica Neue"/>
              </a:rPr>
              <a:t>HƏFTƏLİK XP</a:t>
            </a:r>
          </a:p>
        </p:txBody>
      </p:sp>
      <p:sp>
        <p:nvSpPr>
          <p:cNvPr id="13" name="">
            <a:extLst xmlns:a="http://schemas.openxmlformats.org/drawingml/2006/main">
              <a:ext uri="{FF2B5EF4-FFF2-40B4-BE49-F238E27FC236}">
                <a16:creationId xmlns:a16="http://schemas.microsoft.com/office/drawing/2014/main" id="{FAE04D64-F24B-4C83-9F67-585E84F6C1A8}"/>
              </a:ext>
            </a:extLst>
          </p:cNvPr>
          <p:cNvSpPr>
            <a:spLocks xmlns:a="http://schemas.openxmlformats.org/drawingml/2006/main" noGrp="1"/>
          </p:cNvSpPr>
          <p:nvPr/>
        </p:nvSpPr>
        <p:spPr>
          <a:xfrm xmlns:a="http://schemas.openxmlformats.org/drawingml/2006/main">
            <a:off x="6534150" y="268605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F7F5FF"/>
                </a:solidFill>
                <a:latin typeface="Helvetica Neue"/>
                <a:ea typeface="Helvetica Neue"/>
                <a:cs typeface="Helvetica Neue"/>
              </a:defRPr>
            </a:defPPr>
            <a:lvl1pPr algn="l">
              <a:defRPr sz="2325" b="1">
                <a:solidFill>
                  <a:srgbClr val="F7F5FF"/>
                </a:solidFill>
                <a:latin typeface="Helvetica Neue"/>
                <a:ea typeface="Helvetica Neue"/>
                <a:cs typeface="Helvetica Neue"/>
              </a:defRPr>
            </a:lvl1pPr>
            <a:lvl2pPr algn="l">
              <a:defRPr sz="2325" b="1">
                <a:solidFill>
                  <a:srgbClr val="F7F5FF"/>
                </a:solidFill>
                <a:latin typeface="Helvetica Neue"/>
                <a:ea typeface="Helvetica Neue"/>
                <a:cs typeface="Helvetica Neue"/>
              </a:defRPr>
            </a:lvl2pPr>
            <a:lvl3pPr algn="l">
              <a:defRPr sz="2325" b="1">
                <a:solidFill>
                  <a:srgbClr val="F7F5FF"/>
                </a:solidFill>
                <a:latin typeface="Helvetica Neue"/>
                <a:ea typeface="Helvetica Neue"/>
                <a:cs typeface="Helvetica Neue"/>
              </a:defRPr>
            </a:lvl3pPr>
            <a:lvl4pPr algn="l">
              <a:defRPr sz="2325" b="1">
                <a:solidFill>
                  <a:srgbClr val="F7F5FF"/>
                </a:solidFill>
                <a:latin typeface="Helvetica Neue"/>
                <a:ea typeface="Helvetica Neue"/>
                <a:cs typeface="Helvetica Neue"/>
              </a:defRPr>
            </a:lvl4pPr>
            <a:lvl5pPr algn="l">
              <a:defRPr sz="2325" b="1">
                <a:solidFill>
                  <a:srgbClr val="F7F5FF"/>
                </a:solidFill>
                <a:latin typeface="Helvetica Neue"/>
                <a:ea typeface="Helvetica Neue"/>
                <a:cs typeface="Helvetica Neue"/>
              </a:defRPr>
            </a:lvl5pPr>
            <a:lvl6pPr algn="l">
              <a:defRPr sz="2325" b="1">
                <a:solidFill>
                  <a:srgbClr val="F7F5FF"/>
                </a:solidFill>
                <a:latin typeface="Helvetica Neue"/>
                <a:ea typeface="Helvetica Neue"/>
                <a:cs typeface="Helvetica Neue"/>
              </a:defRPr>
            </a:lvl6pPr>
            <a:lvl7pPr algn="l">
              <a:defRPr sz="2325" b="1">
                <a:solidFill>
                  <a:srgbClr val="F7F5FF"/>
                </a:solidFill>
                <a:latin typeface="Helvetica Neue"/>
                <a:ea typeface="Helvetica Neue"/>
                <a:cs typeface="Helvetica Neue"/>
              </a:defRPr>
            </a:lvl7pPr>
            <a:lvl8pPr algn="l">
              <a:defRPr sz="2325" b="1">
                <a:solidFill>
                  <a:srgbClr val="F7F5FF"/>
                </a:solidFill>
                <a:latin typeface="Helvetica Neue"/>
                <a:ea typeface="Helvetica Neue"/>
                <a:cs typeface="Helvetica Neue"/>
              </a:defRPr>
            </a:lvl8pPr>
            <a:lvl9pPr algn="l">
              <a:defRPr sz="2325" b="1">
                <a:solidFill>
                  <a:srgbClr val="F7F5FF"/>
                </a:solidFill>
                <a:latin typeface="Helvetica Neue"/>
                <a:ea typeface="Helvetica Neue"/>
                <a:cs typeface="Helvetica Neue"/>
              </a:defRPr>
            </a:lvl9pPr>
          </a:lstStyle>
          <a:p xmlns:a="http://schemas.openxmlformats.org/drawingml/2006/main">
            <a:pPr algn="l">
              <a:defRPr sz="2325" b="1">
                <a:solidFill>
                  <a:srgbClr val="F7F5FF"/>
                </a:solidFill>
                <a:latin typeface="Helvetica Neue"/>
                <a:ea typeface="Helvetica Neue"/>
                <a:cs typeface="Helvetica Neue"/>
              </a:defRPr>
            </a:pPr>
            <a:r>
              <a:rPr sz="2325" b="1">
                <a:solidFill>
                  <a:srgbClr val="F7F5FF"/>
                </a:solidFill>
                <a:latin typeface="Helvetica Neue"/>
                <a:ea typeface="Helvetica Neue"/>
                <a:cs typeface="Helvetica Neue"/>
              </a:rPr>
              <a:t>Liderlik və ərazi</a:t>
            </a:r>
          </a:p>
        </p:txBody>
      </p:sp>
      <p:sp>
        <p:nvSpPr>
          <p:cNvPr id="14" name="">
            <a:extLst xmlns:a="http://schemas.openxmlformats.org/drawingml/2006/main">
              <a:ext uri="{FF2B5EF4-FFF2-40B4-BE49-F238E27FC236}">
                <a16:creationId xmlns:a16="http://schemas.microsoft.com/office/drawing/2014/main" id="{D3D86094-A8EF-4D42-8748-00EC9917586B}"/>
              </a:ext>
            </a:extLst>
          </p:cNvPr>
          <p:cNvSpPr>
            <a:spLocks xmlns:a="http://schemas.openxmlformats.org/drawingml/2006/main" noGrp="1"/>
          </p:cNvSpPr>
          <p:nvPr/>
        </p:nvSpPr>
        <p:spPr>
          <a:xfrm xmlns:a="http://schemas.openxmlformats.org/drawingml/2006/main">
            <a:off x="6534150" y="3276600"/>
            <a:ext cx="457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0ACC9"/>
                </a:solidFill>
                <a:latin typeface="Helvetica Neue"/>
                <a:ea typeface="Helvetica Neue"/>
                <a:cs typeface="Helvetica Neue"/>
              </a:defRPr>
            </a:defPPr>
            <a:lvl1pPr algn="l">
              <a:defRPr sz="1350" b="0">
                <a:solidFill>
                  <a:srgbClr val="B0ACC9"/>
                </a:solidFill>
                <a:latin typeface="Helvetica Neue"/>
                <a:ea typeface="Helvetica Neue"/>
                <a:cs typeface="Helvetica Neue"/>
              </a:defRPr>
            </a:lvl1pPr>
            <a:lvl2pPr algn="l">
              <a:defRPr sz="1350" b="0">
                <a:solidFill>
                  <a:srgbClr val="B0ACC9"/>
                </a:solidFill>
                <a:latin typeface="Helvetica Neue"/>
                <a:ea typeface="Helvetica Neue"/>
                <a:cs typeface="Helvetica Neue"/>
              </a:defRPr>
            </a:lvl2pPr>
            <a:lvl3pPr algn="l">
              <a:defRPr sz="1350" b="0">
                <a:solidFill>
                  <a:srgbClr val="B0ACC9"/>
                </a:solidFill>
                <a:latin typeface="Helvetica Neue"/>
                <a:ea typeface="Helvetica Neue"/>
                <a:cs typeface="Helvetica Neue"/>
              </a:defRPr>
            </a:lvl3pPr>
            <a:lvl4pPr algn="l">
              <a:defRPr sz="1350" b="0">
                <a:solidFill>
                  <a:srgbClr val="B0ACC9"/>
                </a:solidFill>
                <a:latin typeface="Helvetica Neue"/>
                <a:ea typeface="Helvetica Neue"/>
                <a:cs typeface="Helvetica Neue"/>
              </a:defRPr>
            </a:lvl4pPr>
            <a:lvl5pPr algn="l">
              <a:defRPr sz="1350" b="0">
                <a:solidFill>
                  <a:srgbClr val="B0ACC9"/>
                </a:solidFill>
                <a:latin typeface="Helvetica Neue"/>
                <a:ea typeface="Helvetica Neue"/>
                <a:cs typeface="Helvetica Neue"/>
              </a:defRPr>
            </a:lvl5pPr>
            <a:lvl6pPr algn="l">
              <a:defRPr sz="1350" b="0">
                <a:solidFill>
                  <a:srgbClr val="B0ACC9"/>
                </a:solidFill>
                <a:latin typeface="Helvetica Neue"/>
                <a:ea typeface="Helvetica Neue"/>
                <a:cs typeface="Helvetica Neue"/>
              </a:defRPr>
            </a:lvl6pPr>
            <a:lvl7pPr algn="l">
              <a:defRPr sz="1350" b="0">
                <a:solidFill>
                  <a:srgbClr val="B0ACC9"/>
                </a:solidFill>
                <a:latin typeface="Helvetica Neue"/>
                <a:ea typeface="Helvetica Neue"/>
                <a:cs typeface="Helvetica Neue"/>
              </a:defRPr>
            </a:lvl7pPr>
            <a:lvl8pPr algn="l">
              <a:defRPr sz="1350" b="0">
                <a:solidFill>
                  <a:srgbClr val="B0ACC9"/>
                </a:solidFill>
                <a:latin typeface="Helvetica Neue"/>
                <a:ea typeface="Helvetica Neue"/>
                <a:cs typeface="Helvetica Neue"/>
              </a:defRPr>
            </a:lvl8pPr>
            <a:lvl9pPr algn="l">
              <a:defRPr sz="1350" b="0">
                <a:solidFill>
                  <a:srgbClr val="B0ACC9"/>
                </a:solidFill>
                <a:latin typeface="Helvetica Neue"/>
                <a:ea typeface="Helvetica Neue"/>
                <a:cs typeface="Helvetica Neue"/>
              </a:defRPr>
            </a:lvl9pPr>
          </a:lstStyle>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Bazar ertəsi Bakı vaxtı ilə sıfırlanır; universitet liqasını və Muzey Fəthini müəyyən edir.</a:t>
            </a:r>
          </a:p>
        </p:txBody>
      </p:sp>
      <p:sp>
        <p:nvSpPr>
          <p:cNvPr id="15" name="">
            <a:extLst xmlns:a="http://schemas.openxmlformats.org/drawingml/2006/main">
              <a:ext uri="{FF2B5EF4-FFF2-40B4-BE49-F238E27FC236}">
                <a16:creationId xmlns:a16="http://schemas.microsoft.com/office/drawing/2014/main" id="{D47B7557-63B8-459B-BF0E-0CE284B950B2}"/>
              </a:ext>
            </a:extLst>
          </p:cNvPr>
          <p:cNvSpPr>
            <a:spLocks xmlns:a="http://schemas.openxmlformats.org/drawingml/2006/main" noGrp="1"/>
          </p:cNvSpPr>
          <p:nvPr/>
        </p:nvSpPr>
        <p:spPr>
          <a:xfrm xmlns:a="http://schemas.openxmlformats.org/drawingml/2006/main">
            <a:off x="781050" y="4324350"/>
            <a:ext cx="1042035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3F67998-F30D-4A4D-BD96-1366DB1A4307}"/>
              </a:ext>
            </a:extLst>
          </p:cNvPr>
          <p:cNvSpPr>
            <a:spLocks xmlns:a="http://schemas.openxmlformats.org/drawingml/2006/main" noGrp="1"/>
          </p:cNvSpPr>
          <p:nvPr/>
        </p:nvSpPr>
        <p:spPr>
          <a:xfrm xmlns:a="http://schemas.openxmlformats.org/drawingml/2006/main">
            <a:off x="781050" y="46005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7F5FF"/>
                </a:solidFill>
                <a:latin typeface="Helvetica Neue"/>
                <a:ea typeface="Helvetica Neue"/>
                <a:cs typeface="Helvetica Neue"/>
              </a:defRPr>
            </a:defPPr>
            <a:lvl1pPr algn="l">
              <a:defRPr sz="1575" b="1">
                <a:solidFill>
                  <a:srgbClr val="F7F5FF"/>
                </a:solidFill>
                <a:latin typeface="Helvetica Neue"/>
                <a:ea typeface="Helvetica Neue"/>
                <a:cs typeface="Helvetica Neue"/>
              </a:defRPr>
            </a:lvl1pPr>
            <a:lvl2pPr algn="l">
              <a:defRPr sz="1575" b="1">
                <a:solidFill>
                  <a:srgbClr val="F7F5FF"/>
                </a:solidFill>
                <a:latin typeface="Helvetica Neue"/>
                <a:ea typeface="Helvetica Neue"/>
                <a:cs typeface="Helvetica Neue"/>
              </a:defRPr>
            </a:lvl2pPr>
            <a:lvl3pPr algn="l">
              <a:defRPr sz="1575" b="1">
                <a:solidFill>
                  <a:srgbClr val="F7F5FF"/>
                </a:solidFill>
                <a:latin typeface="Helvetica Neue"/>
                <a:ea typeface="Helvetica Neue"/>
                <a:cs typeface="Helvetica Neue"/>
              </a:defRPr>
            </a:lvl3pPr>
            <a:lvl4pPr algn="l">
              <a:defRPr sz="1575" b="1">
                <a:solidFill>
                  <a:srgbClr val="F7F5FF"/>
                </a:solidFill>
                <a:latin typeface="Helvetica Neue"/>
                <a:ea typeface="Helvetica Neue"/>
                <a:cs typeface="Helvetica Neue"/>
              </a:defRPr>
            </a:lvl4pPr>
            <a:lvl5pPr algn="l">
              <a:defRPr sz="1575" b="1">
                <a:solidFill>
                  <a:srgbClr val="F7F5FF"/>
                </a:solidFill>
                <a:latin typeface="Helvetica Neue"/>
                <a:ea typeface="Helvetica Neue"/>
                <a:cs typeface="Helvetica Neue"/>
              </a:defRPr>
            </a:lvl5pPr>
            <a:lvl6pPr algn="l">
              <a:defRPr sz="1575" b="1">
                <a:solidFill>
                  <a:srgbClr val="F7F5FF"/>
                </a:solidFill>
                <a:latin typeface="Helvetica Neue"/>
                <a:ea typeface="Helvetica Neue"/>
                <a:cs typeface="Helvetica Neue"/>
              </a:defRPr>
            </a:lvl6pPr>
            <a:lvl7pPr algn="l">
              <a:defRPr sz="1575" b="1">
                <a:solidFill>
                  <a:srgbClr val="F7F5FF"/>
                </a:solidFill>
                <a:latin typeface="Helvetica Neue"/>
                <a:ea typeface="Helvetica Neue"/>
                <a:cs typeface="Helvetica Neue"/>
              </a:defRPr>
            </a:lvl7pPr>
            <a:lvl8pPr algn="l">
              <a:defRPr sz="1575" b="1">
                <a:solidFill>
                  <a:srgbClr val="F7F5FF"/>
                </a:solidFill>
                <a:latin typeface="Helvetica Neue"/>
                <a:ea typeface="Helvetica Neue"/>
                <a:cs typeface="Helvetica Neue"/>
              </a:defRPr>
            </a:lvl8pPr>
            <a:lvl9pPr algn="l">
              <a:defRPr sz="1575" b="1">
                <a:solidFill>
                  <a:srgbClr val="F7F5FF"/>
                </a:solidFill>
                <a:latin typeface="Helvetica Neue"/>
                <a:ea typeface="Helvetica Neue"/>
                <a:cs typeface="Helvetica Neue"/>
              </a:defRPr>
            </a:lvl9pPr>
          </a:lstStyle>
          <a:p xmlns:a="http://schemas.openxmlformats.org/drawingml/2006/main">
            <a:pPr algn="l">
              <a:defRPr sz="1575" b="1">
                <a:solidFill>
                  <a:srgbClr val="F7F5FF"/>
                </a:solidFill>
                <a:latin typeface="Helvetica Neue"/>
                <a:ea typeface="Helvetica Neue"/>
                <a:cs typeface="Helvetica Neue"/>
              </a:defRPr>
            </a:pPr>
            <a:r>
              <a:rPr sz="1575" b="1">
                <a:solidFill>
                  <a:srgbClr val="F7F5FF"/>
                </a:solidFill>
                <a:latin typeface="Helvetica Neue"/>
                <a:ea typeface="Helvetica Neue"/>
                <a:cs typeface="Helvetica Neue"/>
              </a:rPr>
              <a:t>Gündəlik çıraq</a:t>
            </a:r>
          </a:p>
        </p:txBody>
      </p:sp>
      <p:sp>
        <p:nvSpPr>
          <p:cNvPr id="17" name="">
            <a:extLst xmlns:a="http://schemas.openxmlformats.org/drawingml/2006/main">
              <a:ext uri="{FF2B5EF4-FFF2-40B4-BE49-F238E27FC236}">
                <a16:creationId xmlns:a16="http://schemas.microsoft.com/office/drawing/2014/main" id="{C5F5022C-5145-4B86-8EF7-33A0CACA556A}"/>
              </a:ext>
            </a:extLst>
          </p:cNvPr>
          <p:cNvSpPr>
            <a:spLocks xmlns:a="http://schemas.openxmlformats.org/drawingml/2006/main" noGrp="1"/>
          </p:cNvSpPr>
          <p:nvPr/>
        </p:nvSpPr>
        <p:spPr>
          <a:xfrm xmlns:a="http://schemas.openxmlformats.org/drawingml/2006/main">
            <a:off x="781050" y="5010150"/>
            <a:ext cx="4619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A0E4C9"/>
                </a:solidFill>
                <a:latin typeface="Helvetica Neue"/>
                <a:ea typeface="Helvetica Neue"/>
                <a:cs typeface="Helvetica Neue"/>
              </a:defRPr>
            </a:defPPr>
            <a:lvl1pPr algn="l">
              <a:defRPr sz="1350" b="1">
                <a:solidFill>
                  <a:srgbClr val="A0E4C9"/>
                </a:solidFill>
                <a:latin typeface="Helvetica Neue"/>
                <a:ea typeface="Helvetica Neue"/>
                <a:cs typeface="Helvetica Neue"/>
              </a:defRPr>
            </a:lvl1pPr>
            <a:lvl2pPr algn="l">
              <a:defRPr sz="1350" b="1">
                <a:solidFill>
                  <a:srgbClr val="A0E4C9"/>
                </a:solidFill>
                <a:latin typeface="Helvetica Neue"/>
                <a:ea typeface="Helvetica Neue"/>
                <a:cs typeface="Helvetica Neue"/>
              </a:defRPr>
            </a:lvl2pPr>
            <a:lvl3pPr algn="l">
              <a:defRPr sz="1350" b="1">
                <a:solidFill>
                  <a:srgbClr val="A0E4C9"/>
                </a:solidFill>
                <a:latin typeface="Helvetica Neue"/>
                <a:ea typeface="Helvetica Neue"/>
                <a:cs typeface="Helvetica Neue"/>
              </a:defRPr>
            </a:lvl3pPr>
            <a:lvl4pPr algn="l">
              <a:defRPr sz="1350" b="1">
                <a:solidFill>
                  <a:srgbClr val="A0E4C9"/>
                </a:solidFill>
                <a:latin typeface="Helvetica Neue"/>
                <a:ea typeface="Helvetica Neue"/>
                <a:cs typeface="Helvetica Neue"/>
              </a:defRPr>
            </a:lvl4pPr>
            <a:lvl5pPr algn="l">
              <a:defRPr sz="1350" b="1">
                <a:solidFill>
                  <a:srgbClr val="A0E4C9"/>
                </a:solidFill>
                <a:latin typeface="Helvetica Neue"/>
                <a:ea typeface="Helvetica Neue"/>
                <a:cs typeface="Helvetica Neue"/>
              </a:defRPr>
            </a:lvl5pPr>
            <a:lvl6pPr algn="l">
              <a:defRPr sz="1350" b="1">
                <a:solidFill>
                  <a:srgbClr val="A0E4C9"/>
                </a:solidFill>
                <a:latin typeface="Helvetica Neue"/>
                <a:ea typeface="Helvetica Neue"/>
                <a:cs typeface="Helvetica Neue"/>
              </a:defRPr>
            </a:lvl6pPr>
            <a:lvl7pPr algn="l">
              <a:defRPr sz="1350" b="1">
                <a:solidFill>
                  <a:srgbClr val="A0E4C9"/>
                </a:solidFill>
                <a:latin typeface="Helvetica Neue"/>
                <a:ea typeface="Helvetica Neue"/>
                <a:cs typeface="Helvetica Neue"/>
              </a:defRPr>
            </a:lvl7pPr>
            <a:lvl8pPr algn="l">
              <a:defRPr sz="1350" b="1">
                <a:solidFill>
                  <a:srgbClr val="A0E4C9"/>
                </a:solidFill>
                <a:latin typeface="Helvetica Neue"/>
                <a:ea typeface="Helvetica Neue"/>
                <a:cs typeface="Helvetica Neue"/>
              </a:defRPr>
            </a:lvl8pPr>
            <a:lvl9pPr algn="l">
              <a:defRPr sz="1350" b="1">
                <a:solidFill>
                  <a:srgbClr val="A0E4C9"/>
                </a:solidFill>
                <a:latin typeface="Helvetica Neue"/>
                <a:ea typeface="Helvetica Neue"/>
                <a:cs typeface="Helvetica Neue"/>
              </a:defRPr>
            </a:lvl9pPr>
          </a:lstStyle>
          <a:p xmlns:a="http://schemas.openxmlformats.org/drawingml/2006/main">
            <a:pPr algn="l">
              <a:defRPr sz="1350" b="1">
                <a:solidFill>
                  <a:srgbClr val="A0E4C9"/>
                </a:solidFill>
                <a:latin typeface="Helvetica Neue"/>
                <a:ea typeface="Helvetica Neue"/>
                <a:cs typeface="Helvetica Neue"/>
              </a:defRPr>
            </a:pPr>
            <a:r>
              <a:rPr sz="1350" b="1">
                <a:solidFill>
                  <a:srgbClr val="A0E4C9"/>
                </a:solidFill>
                <a:latin typeface="Helvetica Neue"/>
                <a:ea typeface="Helvetica Neue"/>
                <a:cs typeface="Helvetica Neue"/>
              </a:rPr>
              <a:t>Gündə 1 dəfə · 7 gün ardıcıl = +10 XP</a:t>
            </a:r>
          </a:p>
        </p:txBody>
      </p:sp>
      <p:sp>
        <p:nvSpPr>
          <p:cNvPr id="18" name="">
            <a:extLst xmlns:a="http://schemas.openxmlformats.org/drawingml/2006/main">
              <a:ext uri="{FF2B5EF4-FFF2-40B4-BE49-F238E27FC236}">
                <a16:creationId xmlns:a16="http://schemas.microsoft.com/office/drawing/2014/main" id="{805B5F37-087C-4DE9-BD44-846F01EA51B3}"/>
              </a:ext>
            </a:extLst>
          </p:cNvPr>
          <p:cNvSpPr>
            <a:spLocks xmlns:a="http://schemas.openxmlformats.org/drawingml/2006/main" noGrp="1"/>
          </p:cNvSpPr>
          <p:nvPr/>
        </p:nvSpPr>
        <p:spPr>
          <a:xfrm xmlns:a="http://schemas.openxmlformats.org/drawingml/2006/main">
            <a:off x="6534150" y="4600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7F5FF"/>
                </a:solidFill>
                <a:latin typeface="Helvetica Neue"/>
                <a:ea typeface="Helvetica Neue"/>
                <a:cs typeface="Helvetica Neue"/>
              </a:defRPr>
            </a:defPPr>
            <a:lvl1pPr algn="l">
              <a:defRPr sz="1575" b="1">
                <a:solidFill>
                  <a:srgbClr val="F7F5FF"/>
                </a:solidFill>
                <a:latin typeface="Helvetica Neue"/>
                <a:ea typeface="Helvetica Neue"/>
                <a:cs typeface="Helvetica Neue"/>
              </a:defRPr>
            </a:lvl1pPr>
            <a:lvl2pPr algn="l">
              <a:defRPr sz="1575" b="1">
                <a:solidFill>
                  <a:srgbClr val="F7F5FF"/>
                </a:solidFill>
                <a:latin typeface="Helvetica Neue"/>
                <a:ea typeface="Helvetica Neue"/>
                <a:cs typeface="Helvetica Neue"/>
              </a:defRPr>
            </a:lvl2pPr>
            <a:lvl3pPr algn="l">
              <a:defRPr sz="1575" b="1">
                <a:solidFill>
                  <a:srgbClr val="F7F5FF"/>
                </a:solidFill>
                <a:latin typeface="Helvetica Neue"/>
                <a:ea typeface="Helvetica Neue"/>
                <a:cs typeface="Helvetica Neue"/>
              </a:defRPr>
            </a:lvl3pPr>
            <a:lvl4pPr algn="l">
              <a:defRPr sz="1575" b="1">
                <a:solidFill>
                  <a:srgbClr val="F7F5FF"/>
                </a:solidFill>
                <a:latin typeface="Helvetica Neue"/>
                <a:ea typeface="Helvetica Neue"/>
                <a:cs typeface="Helvetica Neue"/>
              </a:defRPr>
            </a:lvl4pPr>
            <a:lvl5pPr algn="l">
              <a:defRPr sz="1575" b="1">
                <a:solidFill>
                  <a:srgbClr val="F7F5FF"/>
                </a:solidFill>
                <a:latin typeface="Helvetica Neue"/>
                <a:ea typeface="Helvetica Neue"/>
                <a:cs typeface="Helvetica Neue"/>
              </a:defRPr>
            </a:lvl5pPr>
            <a:lvl6pPr algn="l">
              <a:defRPr sz="1575" b="1">
                <a:solidFill>
                  <a:srgbClr val="F7F5FF"/>
                </a:solidFill>
                <a:latin typeface="Helvetica Neue"/>
                <a:ea typeface="Helvetica Neue"/>
                <a:cs typeface="Helvetica Neue"/>
              </a:defRPr>
            </a:lvl6pPr>
            <a:lvl7pPr algn="l">
              <a:defRPr sz="1575" b="1">
                <a:solidFill>
                  <a:srgbClr val="F7F5FF"/>
                </a:solidFill>
                <a:latin typeface="Helvetica Neue"/>
                <a:ea typeface="Helvetica Neue"/>
                <a:cs typeface="Helvetica Neue"/>
              </a:defRPr>
            </a:lvl7pPr>
            <a:lvl8pPr algn="l">
              <a:defRPr sz="1575" b="1">
                <a:solidFill>
                  <a:srgbClr val="F7F5FF"/>
                </a:solidFill>
                <a:latin typeface="Helvetica Neue"/>
                <a:ea typeface="Helvetica Neue"/>
                <a:cs typeface="Helvetica Neue"/>
              </a:defRPr>
            </a:lvl8pPr>
            <a:lvl9pPr algn="l">
              <a:defRPr sz="1575" b="1">
                <a:solidFill>
                  <a:srgbClr val="F7F5FF"/>
                </a:solidFill>
                <a:latin typeface="Helvetica Neue"/>
                <a:ea typeface="Helvetica Neue"/>
                <a:cs typeface="Helvetica Neue"/>
              </a:defRPr>
            </a:lvl9pPr>
          </a:lstStyle>
          <a:p xmlns:a="http://schemas.openxmlformats.org/drawingml/2006/main">
            <a:pPr algn="l">
              <a:defRPr sz="1575" b="1">
                <a:solidFill>
                  <a:srgbClr val="F7F5FF"/>
                </a:solidFill>
                <a:latin typeface="Helvetica Neue"/>
                <a:ea typeface="Helvetica Neue"/>
                <a:cs typeface="Helvetica Neue"/>
              </a:defRPr>
            </a:pPr>
            <a:r>
              <a:rPr sz="1575" b="1">
                <a:solidFill>
                  <a:srgbClr val="F7F5FF"/>
                </a:solidFill>
                <a:latin typeface="Helvetica Neue"/>
                <a:ea typeface="Helvetica Neue"/>
                <a:cs typeface="Helvetica Neue"/>
              </a:rPr>
              <a:t>Mini-oyunlar</a:t>
            </a:r>
          </a:p>
        </p:txBody>
      </p:sp>
      <p:sp>
        <p:nvSpPr>
          <p:cNvPr id="19" name="">
            <a:extLst xmlns:a="http://schemas.openxmlformats.org/drawingml/2006/main">
              <a:ext uri="{FF2B5EF4-FFF2-40B4-BE49-F238E27FC236}">
                <a16:creationId xmlns:a16="http://schemas.microsoft.com/office/drawing/2014/main" id="{194B1994-559E-4ABA-8C73-86E5B9B01654}"/>
              </a:ext>
            </a:extLst>
          </p:cNvPr>
          <p:cNvSpPr>
            <a:spLocks xmlns:a="http://schemas.openxmlformats.org/drawingml/2006/main" noGrp="1"/>
          </p:cNvSpPr>
          <p:nvPr/>
        </p:nvSpPr>
        <p:spPr>
          <a:xfrm xmlns:a="http://schemas.openxmlformats.org/drawingml/2006/main">
            <a:off x="6534150" y="5010150"/>
            <a:ext cx="4857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5B942"/>
                </a:solidFill>
                <a:latin typeface="Helvetica Neue"/>
                <a:ea typeface="Helvetica Neue"/>
                <a:cs typeface="Helvetica Neue"/>
              </a:defRPr>
            </a:defPPr>
            <a:lvl1pPr algn="l">
              <a:defRPr sz="1350" b="1">
                <a:solidFill>
                  <a:srgbClr val="F5B942"/>
                </a:solidFill>
                <a:latin typeface="Helvetica Neue"/>
                <a:ea typeface="Helvetica Neue"/>
                <a:cs typeface="Helvetica Neue"/>
              </a:defRPr>
            </a:lvl1pPr>
            <a:lvl2pPr algn="l">
              <a:defRPr sz="1350" b="1">
                <a:solidFill>
                  <a:srgbClr val="F5B942"/>
                </a:solidFill>
                <a:latin typeface="Helvetica Neue"/>
                <a:ea typeface="Helvetica Neue"/>
                <a:cs typeface="Helvetica Neue"/>
              </a:defRPr>
            </a:lvl2pPr>
            <a:lvl3pPr algn="l">
              <a:defRPr sz="1350" b="1">
                <a:solidFill>
                  <a:srgbClr val="F5B942"/>
                </a:solidFill>
                <a:latin typeface="Helvetica Neue"/>
                <a:ea typeface="Helvetica Neue"/>
                <a:cs typeface="Helvetica Neue"/>
              </a:defRPr>
            </a:lvl3pPr>
            <a:lvl4pPr algn="l">
              <a:defRPr sz="1350" b="1">
                <a:solidFill>
                  <a:srgbClr val="F5B942"/>
                </a:solidFill>
                <a:latin typeface="Helvetica Neue"/>
                <a:ea typeface="Helvetica Neue"/>
                <a:cs typeface="Helvetica Neue"/>
              </a:defRPr>
            </a:lvl4pPr>
            <a:lvl5pPr algn="l">
              <a:defRPr sz="1350" b="1">
                <a:solidFill>
                  <a:srgbClr val="F5B942"/>
                </a:solidFill>
                <a:latin typeface="Helvetica Neue"/>
                <a:ea typeface="Helvetica Neue"/>
                <a:cs typeface="Helvetica Neue"/>
              </a:defRPr>
            </a:lvl5pPr>
            <a:lvl6pPr algn="l">
              <a:defRPr sz="1350" b="1">
                <a:solidFill>
                  <a:srgbClr val="F5B942"/>
                </a:solidFill>
                <a:latin typeface="Helvetica Neue"/>
                <a:ea typeface="Helvetica Neue"/>
                <a:cs typeface="Helvetica Neue"/>
              </a:defRPr>
            </a:lvl6pPr>
            <a:lvl7pPr algn="l">
              <a:defRPr sz="1350" b="1">
                <a:solidFill>
                  <a:srgbClr val="F5B942"/>
                </a:solidFill>
                <a:latin typeface="Helvetica Neue"/>
                <a:ea typeface="Helvetica Neue"/>
                <a:cs typeface="Helvetica Neue"/>
              </a:defRPr>
            </a:lvl7pPr>
            <a:lvl8pPr algn="l">
              <a:defRPr sz="1350" b="1">
                <a:solidFill>
                  <a:srgbClr val="F5B942"/>
                </a:solidFill>
                <a:latin typeface="Helvetica Neue"/>
                <a:ea typeface="Helvetica Neue"/>
                <a:cs typeface="Helvetica Neue"/>
              </a:defRPr>
            </a:lvl8pPr>
            <a:lvl9pPr algn="l">
              <a:defRPr sz="1350" b="1">
                <a:solidFill>
                  <a:srgbClr val="F5B942"/>
                </a:solidFill>
                <a:latin typeface="Helvetica Neue"/>
                <a:ea typeface="Helvetica Neue"/>
                <a:cs typeface="Helvetica Neue"/>
              </a:defRPr>
            </a:lvl9pPr>
          </a:lstStyle>
          <a:p xmlns:a="http://schemas.openxmlformats.org/drawingml/2006/main">
            <a:pPr algn="l">
              <a:defRPr sz="1350" b="1">
                <a:solidFill>
                  <a:srgbClr val="F5B942"/>
                </a:solidFill>
                <a:latin typeface="Helvetica Neue"/>
                <a:ea typeface="Helvetica Neue"/>
                <a:cs typeface="Helvetica Neue"/>
              </a:defRPr>
            </a:pPr>
            <a:r>
              <a:rPr sz="1350" b="1">
                <a:solidFill>
                  <a:srgbClr val="F5B942"/>
                </a:solidFill>
                <a:latin typeface="Helvetica Neue"/>
                <a:ea typeface="Helvetica Neue"/>
                <a:cs typeface="Helvetica Neue"/>
              </a:rPr>
              <a:t>4 qısa oyun · +3 XP · gündə ən çox 3 mükafat</a:t>
            </a:r>
          </a:p>
        </p:txBody>
      </p:sp>
    </p:spTree>
    <p:extLst>
      <p:ext uri="{BB962C8B-B14F-4D97-AF65-F5344CB8AC3E}">
        <p14:creationId xmlns:p14="http://schemas.microsoft.com/office/powerpoint/2010/main" val="669193429"/>
      </p:ext>
    </p:extLst>
  </p:cSld>
</p:sld>
</file>

<file path=ppt/slides/slide5.xml><?xml version="1.0" encoding="utf-8"?>
<p:sld xmlns:p="http://schemas.openxmlformats.org/presentationml/2006/main">
  <p:cSld>
    <p:bg>
      <p:bgPr>
        <a:solidFill xmlns:a="http://schemas.openxmlformats.org/drawingml/2006/main">
          <a:srgbClr val="080C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57EF2D3-D846-4EC9-A166-38D9887E2558}"/>
              </a:ext>
            </a:extLst>
          </p:cNvPr>
          <p:cNvSpPr>
            <a:spLocks xmlns:a="http://schemas.openxmlformats.org/drawingml/2006/main" noGrp="1"/>
          </p:cNvSpPr>
          <p:nvPr/>
        </p:nvSpPr>
        <p:spPr>
          <a:xfrm xmlns:a="http://schemas.openxmlformats.org/drawingml/2006/main">
            <a:off x="609600" y="323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E4C9"/>
                </a:solidFill>
                <a:latin typeface="Helvetica Neue"/>
                <a:ea typeface="Helvetica Neue"/>
                <a:cs typeface="Helvetica Neue"/>
              </a:defRPr>
            </a:defPPr>
            <a:lvl1pPr algn="l">
              <a:defRPr sz="1125" b="1">
                <a:solidFill>
                  <a:srgbClr val="A0E4C9"/>
                </a:solidFill>
                <a:latin typeface="Helvetica Neue"/>
                <a:ea typeface="Helvetica Neue"/>
                <a:cs typeface="Helvetica Neue"/>
              </a:defRPr>
            </a:lvl1pPr>
            <a:lvl2pPr algn="l">
              <a:defRPr sz="1125" b="1">
                <a:solidFill>
                  <a:srgbClr val="A0E4C9"/>
                </a:solidFill>
                <a:latin typeface="Helvetica Neue"/>
                <a:ea typeface="Helvetica Neue"/>
                <a:cs typeface="Helvetica Neue"/>
              </a:defRPr>
            </a:lvl2pPr>
            <a:lvl3pPr algn="l">
              <a:defRPr sz="1125" b="1">
                <a:solidFill>
                  <a:srgbClr val="A0E4C9"/>
                </a:solidFill>
                <a:latin typeface="Helvetica Neue"/>
                <a:ea typeface="Helvetica Neue"/>
                <a:cs typeface="Helvetica Neue"/>
              </a:defRPr>
            </a:lvl3pPr>
            <a:lvl4pPr algn="l">
              <a:defRPr sz="1125" b="1">
                <a:solidFill>
                  <a:srgbClr val="A0E4C9"/>
                </a:solidFill>
                <a:latin typeface="Helvetica Neue"/>
                <a:ea typeface="Helvetica Neue"/>
                <a:cs typeface="Helvetica Neue"/>
              </a:defRPr>
            </a:lvl4pPr>
            <a:lvl5pPr algn="l">
              <a:defRPr sz="1125" b="1">
                <a:solidFill>
                  <a:srgbClr val="A0E4C9"/>
                </a:solidFill>
                <a:latin typeface="Helvetica Neue"/>
                <a:ea typeface="Helvetica Neue"/>
                <a:cs typeface="Helvetica Neue"/>
              </a:defRPr>
            </a:lvl5pPr>
            <a:lvl6pPr algn="l">
              <a:defRPr sz="1125" b="1">
                <a:solidFill>
                  <a:srgbClr val="A0E4C9"/>
                </a:solidFill>
                <a:latin typeface="Helvetica Neue"/>
                <a:ea typeface="Helvetica Neue"/>
                <a:cs typeface="Helvetica Neue"/>
              </a:defRPr>
            </a:lvl6pPr>
            <a:lvl7pPr algn="l">
              <a:defRPr sz="1125" b="1">
                <a:solidFill>
                  <a:srgbClr val="A0E4C9"/>
                </a:solidFill>
                <a:latin typeface="Helvetica Neue"/>
                <a:ea typeface="Helvetica Neue"/>
                <a:cs typeface="Helvetica Neue"/>
              </a:defRPr>
            </a:lvl7pPr>
            <a:lvl8pPr algn="l">
              <a:defRPr sz="1125" b="1">
                <a:solidFill>
                  <a:srgbClr val="A0E4C9"/>
                </a:solidFill>
                <a:latin typeface="Helvetica Neue"/>
                <a:ea typeface="Helvetica Neue"/>
                <a:cs typeface="Helvetica Neue"/>
              </a:defRPr>
            </a:lvl8pPr>
            <a:lvl9pPr algn="l">
              <a:defRPr sz="1125" b="1">
                <a:solidFill>
                  <a:srgbClr val="A0E4C9"/>
                </a:solidFill>
                <a:latin typeface="Helvetica Neue"/>
                <a:ea typeface="Helvetica Neue"/>
                <a:cs typeface="Helvetica Neue"/>
              </a:defRPr>
            </a:lvl9pPr>
          </a:lstStyle>
          <a:p xmlns:a="http://schemas.openxmlformats.org/drawingml/2006/main">
            <a:pPr algn="l">
              <a:defRPr sz="1125" b="1">
                <a:solidFill>
                  <a:srgbClr val="A0E4C9"/>
                </a:solidFill>
                <a:latin typeface="Helvetica Neue"/>
                <a:ea typeface="Helvetica Neue"/>
                <a:cs typeface="Helvetica Neue"/>
              </a:defRPr>
            </a:pPr>
            <a:r>
              <a:rPr sz="1125" b="1">
                <a:solidFill>
                  <a:srgbClr val="A0E4C9"/>
                </a:solidFill>
                <a:latin typeface="Helvetica Neue"/>
                <a:ea typeface="Helvetica Neue"/>
                <a:cs typeface="Helvetica Neue"/>
              </a:rPr>
              <a:t>ÇIRAQ</a:t>
            </a:r>
          </a:p>
        </p:txBody>
      </p:sp>
      <p:sp>
        <p:nvSpPr>
          <p:cNvPr id="2" name="">
            <a:extLst xmlns:a="http://schemas.openxmlformats.org/drawingml/2006/main">
              <a:ext uri="{FF2B5EF4-FFF2-40B4-BE49-F238E27FC236}">
                <a16:creationId xmlns:a16="http://schemas.microsoft.com/office/drawing/2014/main" id="{1BC179FE-B30E-439E-960C-05A3777892A6}"/>
              </a:ext>
            </a:extLst>
          </p:cNvPr>
          <p:cNvSpPr>
            <a:spLocks xmlns:a="http://schemas.openxmlformats.org/drawingml/2006/main" noGrp="1"/>
          </p:cNvSpPr>
          <p:nvPr/>
        </p:nvSpPr>
        <p:spPr>
          <a:xfrm xmlns:a="http://schemas.openxmlformats.org/drawingml/2006/main">
            <a:off x="609600" y="7524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F7F5FF"/>
                </a:solidFill>
                <a:latin typeface="Helvetica Neue"/>
                <a:ea typeface="Helvetica Neue"/>
                <a:cs typeface="Helvetica Neue"/>
              </a:defRPr>
            </a:defPPr>
            <a:lvl1pPr algn="l">
              <a:defRPr sz="2925" b="1">
                <a:solidFill>
                  <a:srgbClr val="F7F5FF"/>
                </a:solidFill>
                <a:latin typeface="Helvetica Neue"/>
                <a:ea typeface="Helvetica Neue"/>
                <a:cs typeface="Helvetica Neue"/>
              </a:defRPr>
            </a:lvl1pPr>
            <a:lvl2pPr algn="l">
              <a:defRPr sz="2925" b="1">
                <a:solidFill>
                  <a:srgbClr val="F7F5FF"/>
                </a:solidFill>
                <a:latin typeface="Helvetica Neue"/>
                <a:ea typeface="Helvetica Neue"/>
                <a:cs typeface="Helvetica Neue"/>
              </a:defRPr>
            </a:lvl2pPr>
            <a:lvl3pPr algn="l">
              <a:defRPr sz="2925" b="1">
                <a:solidFill>
                  <a:srgbClr val="F7F5FF"/>
                </a:solidFill>
                <a:latin typeface="Helvetica Neue"/>
                <a:ea typeface="Helvetica Neue"/>
                <a:cs typeface="Helvetica Neue"/>
              </a:defRPr>
            </a:lvl3pPr>
            <a:lvl4pPr algn="l">
              <a:defRPr sz="2925" b="1">
                <a:solidFill>
                  <a:srgbClr val="F7F5FF"/>
                </a:solidFill>
                <a:latin typeface="Helvetica Neue"/>
                <a:ea typeface="Helvetica Neue"/>
                <a:cs typeface="Helvetica Neue"/>
              </a:defRPr>
            </a:lvl4pPr>
            <a:lvl5pPr algn="l">
              <a:defRPr sz="2925" b="1">
                <a:solidFill>
                  <a:srgbClr val="F7F5FF"/>
                </a:solidFill>
                <a:latin typeface="Helvetica Neue"/>
                <a:ea typeface="Helvetica Neue"/>
                <a:cs typeface="Helvetica Neue"/>
              </a:defRPr>
            </a:lvl5pPr>
            <a:lvl6pPr algn="l">
              <a:defRPr sz="2925" b="1">
                <a:solidFill>
                  <a:srgbClr val="F7F5FF"/>
                </a:solidFill>
                <a:latin typeface="Helvetica Neue"/>
                <a:ea typeface="Helvetica Neue"/>
                <a:cs typeface="Helvetica Neue"/>
              </a:defRPr>
            </a:lvl6pPr>
            <a:lvl7pPr algn="l">
              <a:defRPr sz="2925" b="1">
                <a:solidFill>
                  <a:srgbClr val="F7F5FF"/>
                </a:solidFill>
                <a:latin typeface="Helvetica Neue"/>
                <a:ea typeface="Helvetica Neue"/>
                <a:cs typeface="Helvetica Neue"/>
              </a:defRPr>
            </a:lvl7pPr>
            <a:lvl8pPr algn="l">
              <a:defRPr sz="2925" b="1">
                <a:solidFill>
                  <a:srgbClr val="F7F5FF"/>
                </a:solidFill>
                <a:latin typeface="Helvetica Neue"/>
                <a:ea typeface="Helvetica Neue"/>
                <a:cs typeface="Helvetica Neue"/>
              </a:defRPr>
            </a:lvl8pPr>
            <a:lvl9pPr algn="l">
              <a:defRPr sz="2925" b="1">
                <a:solidFill>
                  <a:srgbClr val="F7F5FF"/>
                </a:solidFill>
                <a:latin typeface="Helvetica Neue"/>
                <a:ea typeface="Helvetica Neue"/>
                <a:cs typeface="Helvetica Neue"/>
              </a:defRPr>
            </a:lvl9pPr>
          </a:lstStyle>
          <a:p xmlns:a="http://schemas.openxmlformats.org/drawingml/2006/main">
            <a:pPr algn="l">
              <a:defRPr sz="2925" b="1">
                <a:solidFill>
                  <a:srgbClr val="F7F5FF"/>
                </a:solidFill>
                <a:latin typeface="Helvetica Neue"/>
                <a:ea typeface="Helvetica Neue"/>
                <a:cs typeface="Helvetica Neue"/>
              </a:defRPr>
            </a:pPr>
            <a:r>
              <a:rPr sz="2925" b="1">
                <a:solidFill>
                  <a:srgbClr val="F7F5FF"/>
                </a:solidFill>
                <a:latin typeface="Helvetica Neue"/>
                <a:ea typeface="Helvetica Neue"/>
                <a:cs typeface="Helvetica Neue"/>
              </a:rPr>
              <a:t>Rəqabət insanları birləşdirir</a:t>
            </a:r>
          </a:p>
        </p:txBody>
      </p:sp>
      <p:sp>
        <p:nvSpPr>
          <p:cNvPr id="3" name="">
            <a:extLst xmlns:a="http://schemas.openxmlformats.org/drawingml/2006/main">
              <a:ext uri="{FF2B5EF4-FFF2-40B4-BE49-F238E27FC236}">
                <a16:creationId xmlns:a16="http://schemas.microsoft.com/office/drawing/2014/main" id="{1FB4799C-003B-44B7-A0A7-CB3AF60929BC}"/>
              </a:ext>
            </a:extLst>
          </p:cNvPr>
          <p:cNvSpPr>
            <a:spLocks xmlns:a="http://schemas.openxmlformats.org/drawingml/2006/main" noGrp="1"/>
          </p:cNvSpPr>
          <p:nvPr/>
        </p:nvSpPr>
        <p:spPr>
          <a:xfrm xmlns:a="http://schemas.openxmlformats.org/drawingml/2006/main">
            <a:off x="609600" y="138112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Fərdi nəticədən universitet və məkan səviyyəsinə qədər.</a:t>
            </a:r>
          </a:p>
        </p:txBody>
      </p:sp>
      <p:sp>
        <p:nvSpPr>
          <p:cNvPr id="4" name="">
            <a:extLst xmlns:a="http://schemas.openxmlformats.org/drawingml/2006/main">
              <a:ext uri="{FF2B5EF4-FFF2-40B4-BE49-F238E27FC236}">
                <a16:creationId xmlns:a16="http://schemas.microsoft.com/office/drawing/2014/main" id="{722647FC-49F1-4165-98EC-DC84C4204254}"/>
              </a:ext>
            </a:extLst>
          </p:cNvPr>
          <p:cNvSpPr>
            <a:spLocks xmlns:a="http://schemas.openxmlformats.org/drawingml/2006/main" noGrp="1"/>
          </p:cNvSpPr>
          <p:nvPr/>
        </p:nvSpPr>
        <p:spPr>
          <a:xfrm xmlns:a="http://schemas.openxmlformats.org/drawingml/2006/main">
            <a:off x="609600" y="1924050"/>
            <a:ext cx="552450" cy="38100"/>
          </a:xfrm>
          <a:prstGeom xmlns:a="http://schemas.openxmlformats.org/drawingml/2006/main" prst="rect">
            <a:avLst/>
          </a:prstGeom>
          <a:solidFill xmlns:a="http://schemas.openxmlformats.org/drawingml/2006/main">
            <a:srgbClr val="F5B9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D538A0-FEA7-48E2-8B0F-48A9FDA777EF}"/>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DFE7FC-DEAC-4FB5-AF0F-AFC94B74A61F}"/>
              </a:ext>
            </a:extLst>
          </p:cNvPr>
          <p:cNvSpPr>
            <a:spLocks xmlns:a="http://schemas.openxmlformats.org/drawingml/2006/main" noGrp="1"/>
          </p:cNvSpPr>
          <p:nvPr/>
        </p:nvSpPr>
        <p:spPr>
          <a:xfrm xmlns:a="http://schemas.openxmlformats.org/drawingml/2006/main">
            <a:off x="609600" y="65151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0ACC9"/>
                </a:solidFill>
                <a:latin typeface="Helvetica Neue"/>
                <a:ea typeface="Helvetica Neue"/>
                <a:cs typeface="Helvetica Neue"/>
              </a:defRPr>
            </a:defPPr>
            <a:lvl1pPr algn="l">
              <a:defRPr sz="900" b="1">
                <a:solidFill>
                  <a:srgbClr val="B0ACC9"/>
                </a:solidFill>
                <a:latin typeface="Helvetica Neue"/>
                <a:ea typeface="Helvetica Neue"/>
                <a:cs typeface="Helvetica Neue"/>
              </a:defRPr>
            </a:lvl1pPr>
            <a:lvl2pPr algn="l">
              <a:defRPr sz="900" b="1">
                <a:solidFill>
                  <a:srgbClr val="B0ACC9"/>
                </a:solidFill>
                <a:latin typeface="Helvetica Neue"/>
                <a:ea typeface="Helvetica Neue"/>
                <a:cs typeface="Helvetica Neue"/>
              </a:defRPr>
            </a:lvl2pPr>
            <a:lvl3pPr algn="l">
              <a:defRPr sz="900" b="1">
                <a:solidFill>
                  <a:srgbClr val="B0ACC9"/>
                </a:solidFill>
                <a:latin typeface="Helvetica Neue"/>
                <a:ea typeface="Helvetica Neue"/>
                <a:cs typeface="Helvetica Neue"/>
              </a:defRPr>
            </a:lvl3pPr>
            <a:lvl4pPr algn="l">
              <a:defRPr sz="900" b="1">
                <a:solidFill>
                  <a:srgbClr val="B0ACC9"/>
                </a:solidFill>
                <a:latin typeface="Helvetica Neue"/>
                <a:ea typeface="Helvetica Neue"/>
                <a:cs typeface="Helvetica Neue"/>
              </a:defRPr>
            </a:lvl4pPr>
            <a:lvl5pPr algn="l">
              <a:defRPr sz="900" b="1">
                <a:solidFill>
                  <a:srgbClr val="B0ACC9"/>
                </a:solidFill>
                <a:latin typeface="Helvetica Neue"/>
                <a:ea typeface="Helvetica Neue"/>
                <a:cs typeface="Helvetica Neue"/>
              </a:defRPr>
            </a:lvl5pPr>
            <a:lvl6pPr algn="l">
              <a:defRPr sz="900" b="1">
                <a:solidFill>
                  <a:srgbClr val="B0ACC9"/>
                </a:solidFill>
                <a:latin typeface="Helvetica Neue"/>
                <a:ea typeface="Helvetica Neue"/>
                <a:cs typeface="Helvetica Neue"/>
              </a:defRPr>
            </a:lvl6pPr>
            <a:lvl7pPr algn="l">
              <a:defRPr sz="900" b="1">
                <a:solidFill>
                  <a:srgbClr val="B0ACC9"/>
                </a:solidFill>
                <a:latin typeface="Helvetica Neue"/>
                <a:ea typeface="Helvetica Neue"/>
                <a:cs typeface="Helvetica Neue"/>
              </a:defRPr>
            </a:lvl7pPr>
            <a:lvl8pPr algn="l">
              <a:defRPr sz="900" b="1">
                <a:solidFill>
                  <a:srgbClr val="B0ACC9"/>
                </a:solidFill>
                <a:latin typeface="Helvetica Neue"/>
                <a:ea typeface="Helvetica Neue"/>
                <a:cs typeface="Helvetica Neue"/>
              </a:defRPr>
            </a:lvl8pPr>
            <a:lvl9pPr algn="l">
              <a:defRPr sz="900" b="1">
                <a:solidFill>
                  <a:srgbClr val="B0ACC9"/>
                </a:solidFill>
                <a:latin typeface="Helvetica Neue"/>
                <a:ea typeface="Helvetica Neue"/>
                <a:cs typeface="Helvetica Neue"/>
              </a:defRPr>
            </a:lvl9pPr>
          </a:lstStyle>
          <a:p xmlns:a="http://schemas.openxmlformats.org/drawingml/2006/main">
            <a:pPr algn="l">
              <a:defRPr sz="900" b="1">
                <a:solidFill>
                  <a:srgbClr val="B0ACC9"/>
                </a:solidFill>
                <a:latin typeface="Helvetica Neue"/>
                <a:ea typeface="Helvetica Neue"/>
                <a:cs typeface="Helvetica Neue"/>
              </a:defRPr>
            </a:pPr>
            <a:r>
              <a:rPr sz="900" b="1">
                <a:solidFill>
                  <a:srgbClr val="B0ACC9"/>
                </a:solidFill>
                <a:latin typeface="Helvetica Neue"/>
                <a:ea typeface="Helvetica Neue"/>
                <a:cs typeface="Helvetica Neue"/>
              </a:rPr>
              <a:t>ÇIRAQ  ·  MUZEYƏ GEDƏN MACƏRA</a:t>
            </a:r>
          </a:p>
        </p:txBody>
      </p:sp>
      <p:sp>
        <p:nvSpPr>
          <p:cNvPr id="7" name="">
            <a:extLst xmlns:a="http://schemas.openxmlformats.org/drawingml/2006/main">
              <a:ext uri="{FF2B5EF4-FFF2-40B4-BE49-F238E27FC236}">
                <a16:creationId xmlns:a16="http://schemas.microsoft.com/office/drawing/2014/main" id="{D5BA00EC-2948-4C31-8C78-5E301B60999E}"/>
              </a:ext>
            </a:extLst>
          </p:cNvPr>
          <p:cNvSpPr>
            <a:spLocks xmlns:a="http://schemas.openxmlformats.org/drawingml/2006/main" noGrp="1"/>
          </p:cNvSpPr>
          <p:nvPr/>
        </p:nvSpPr>
        <p:spPr>
          <a:xfrm xmlns:a="http://schemas.openxmlformats.org/drawingml/2006/main">
            <a:off x="10572750" y="64865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A0E4C9"/>
                </a:solidFill>
                <a:latin typeface="Helvetica Neue"/>
                <a:ea typeface="Helvetica Neue"/>
                <a:cs typeface="Helvetica Neue"/>
              </a:defRPr>
            </a:defPPr>
            <a:lvl1pPr algn="r">
              <a:defRPr sz="975" b="1">
                <a:solidFill>
                  <a:srgbClr val="A0E4C9"/>
                </a:solidFill>
                <a:latin typeface="Helvetica Neue"/>
                <a:ea typeface="Helvetica Neue"/>
                <a:cs typeface="Helvetica Neue"/>
              </a:defRPr>
            </a:lvl1pPr>
            <a:lvl2pPr algn="r">
              <a:defRPr sz="975" b="1">
                <a:solidFill>
                  <a:srgbClr val="A0E4C9"/>
                </a:solidFill>
                <a:latin typeface="Helvetica Neue"/>
                <a:ea typeface="Helvetica Neue"/>
                <a:cs typeface="Helvetica Neue"/>
              </a:defRPr>
            </a:lvl2pPr>
            <a:lvl3pPr algn="r">
              <a:defRPr sz="975" b="1">
                <a:solidFill>
                  <a:srgbClr val="A0E4C9"/>
                </a:solidFill>
                <a:latin typeface="Helvetica Neue"/>
                <a:ea typeface="Helvetica Neue"/>
                <a:cs typeface="Helvetica Neue"/>
              </a:defRPr>
            </a:lvl3pPr>
            <a:lvl4pPr algn="r">
              <a:defRPr sz="975" b="1">
                <a:solidFill>
                  <a:srgbClr val="A0E4C9"/>
                </a:solidFill>
                <a:latin typeface="Helvetica Neue"/>
                <a:ea typeface="Helvetica Neue"/>
                <a:cs typeface="Helvetica Neue"/>
              </a:defRPr>
            </a:lvl4pPr>
            <a:lvl5pPr algn="r">
              <a:defRPr sz="975" b="1">
                <a:solidFill>
                  <a:srgbClr val="A0E4C9"/>
                </a:solidFill>
                <a:latin typeface="Helvetica Neue"/>
                <a:ea typeface="Helvetica Neue"/>
                <a:cs typeface="Helvetica Neue"/>
              </a:defRPr>
            </a:lvl5pPr>
            <a:lvl6pPr algn="r">
              <a:defRPr sz="975" b="1">
                <a:solidFill>
                  <a:srgbClr val="A0E4C9"/>
                </a:solidFill>
                <a:latin typeface="Helvetica Neue"/>
                <a:ea typeface="Helvetica Neue"/>
                <a:cs typeface="Helvetica Neue"/>
              </a:defRPr>
            </a:lvl6pPr>
            <a:lvl7pPr algn="r">
              <a:defRPr sz="975" b="1">
                <a:solidFill>
                  <a:srgbClr val="A0E4C9"/>
                </a:solidFill>
                <a:latin typeface="Helvetica Neue"/>
                <a:ea typeface="Helvetica Neue"/>
                <a:cs typeface="Helvetica Neue"/>
              </a:defRPr>
            </a:lvl7pPr>
            <a:lvl8pPr algn="r">
              <a:defRPr sz="975" b="1">
                <a:solidFill>
                  <a:srgbClr val="A0E4C9"/>
                </a:solidFill>
                <a:latin typeface="Helvetica Neue"/>
                <a:ea typeface="Helvetica Neue"/>
                <a:cs typeface="Helvetica Neue"/>
              </a:defRPr>
            </a:lvl8pPr>
            <a:lvl9pPr algn="r">
              <a:defRPr sz="975" b="1">
                <a:solidFill>
                  <a:srgbClr val="A0E4C9"/>
                </a:solidFill>
                <a:latin typeface="Helvetica Neue"/>
                <a:ea typeface="Helvetica Neue"/>
                <a:cs typeface="Helvetica Neue"/>
              </a:defRPr>
            </a:lvl9pPr>
          </a:lstStyle>
          <a:p xmlns:a="http://schemas.openxmlformats.org/drawingml/2006/main">
            <a:pPr algn="r">
              <a:defRPr sz="975" b="1">
                <a:solidFill>
                  <a:srgbClr val="A0E4C9"/>
                </a:solidFill>
                <a:latin typeface="Helvetica Neue"/>
                <a:ea typeface="Helvetica Neue"/>
                <a:cs typeface="Helvetica Neue"/>
              </a:defRPr>
            </a:pPr>
            <a:r>
              <a:rPr sz="975" b="1">
                <a:solidFill>
                  <a:srgbClr val="A0E4C9"/>
                </a:solidFill>
                <a:latin typeface="Helvetica Neue"/>
                <a:ea typeface="Helvetica Neue"/>
                <a:cs typeface="Helvetica Neue"/>
              </a:rPr>
              <a:t>05 / 07</a:t>
            </a:r>
          </a:p>
        </p:txBody>
      </p:sp>
      <p:sp>
        <p:nvSpPr>
          <p:cNvPr id="8" name="">
            <a:extLst xmlns:a="http://schemas.openxmlformats.org/drawingml/2006/main">
              <a:ext uri="{FF2B5EF4-FFF2-40B4-BE49-F238E27FC236}">
                <a16:creationId xmlns:a16="http://schemas.microsoft.com/office/drawing/2014/main" id="{2852F1AE-B2BF-4631-96F3-C22096020D0E}"/>
              </a:ext>
            </a:extLst>
          </p:cNvPr>
          <p:cNvSpPr>
            <a:spLocks xmlns:a="http://schemas.openxmlformats.org/drawingml/2006/main" noGrp="1"/>
          </p:cNvSpPr>
          <p:nvPr/>
        </p:nvSpPr>
        <p:spPr>
          <a:xfrm xmlns:a="http://schemas.openxmlformats.org/drawingml/2006/main">
            <a:off x="762000" y="24765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0E4C9"/>
                </a:solidFill>
                <a:latin typeface="Helvetica Neue"/>
                <a:ea typeface="Helvetica Neue"/>
                <a:cs typeface="Helvetica Neue"/>
              </a:defRPr>
            </a:defPPr>
            <a:lvl1pPr algn="l">
              <a:defRPr sz="1050" b="1">
                <a:solidFill>
                  <a:srgbClr val="A0E4C9"/>
                </a:solidFill>
                <a:latin typeface="Helvetica Neue"/>
                <a:ea typeface="Helvetica Neue"/>
                <a:cs typeface="Helvetica Neue"/>
              </a:defRPr>
            </a:lvl1pPr>
            <a:lvl2pPr algn="l">
              <a:defRPr sz="1050" b="1">
                <a:solidFill>
                  <a:srgbClr val="A0E4C9"/>
                </a:solidFill>
                <a:latin typeface="Helvetica Neue"/>
                <a:ea typeface="Helvetica Neue"/>
                <a:cs typeface="Helvetica Neue"/>
              </a:defRPr>
            </a:lvl2pPr>
            <a:lvl3pPr algn="l">
              <a:defRPr sz="1050" b="1">
                <a:solidFill>
                  <a:srgbClr val="A0E4C9"/>
                </a:solidFill>
                <a:latin typeface="Helvetica Neue"/>
                <a:ea typeface="Helvetica Neue"/>
                <a:cs typeface="Helvetica Neue"/>
              </a:defRPr>
            </a:lvl3pPr>
            <a:lvl4pPr algn="l">
              <a:defRPr sz="1050" b="1">
                <a:solidFill>
                  <a:srgbClr val="A0E4C9"/>
                </a:solidFill>
                <a:latin typeface="Helvetica Neue"/>
                <a:ea typeface="Helvetica Neue"/>
                <a:cs typeface="Helvetica Neue"/>
              </a:defRPr>
            </a:lvl4pPr>
            <a:lvl5pPr algn="l">
              <a:defRPr sz="1050" b="1">
                <a:solidFill>
                  <a:srgbClr val="A0E4C9"/>
                </a:solidFill>
                <a:latin typeface="Helvetica Neue"/>
                <a:ea typeface="Helvetica Neue"/>
                <a:cs typeface="Helvetica Neue"/>
              </a:defRPr>
            </a:lvl5pPr>
            <a:lvl6pPr algn="l">
              <a:defRPr sz="1050" b="1">
                <a:solidFill>
                  <a:srgbClr val="A0E4C9"/>
                </a:solidFill>
                <a:latin typeface="Helvetica Neue"/>
                <a:ea typeface="Helvetica Neue"/>
                <a:cs typeface="Helvetica Neue"/>
              </a:defRPr>
            </a:lvl6pPr>
            <a:lvl7pPr algn="l">
              <a:defRPr sz="1050" b="1">
                <a:solidFill>
                  <a:srgbClr val="A0E4C9"/>
                </a:solidFill>
                <a:latin typeface="Helvetica Neue"/>
                <a:ea typeface="Helvetica Neue"/>
                <a:cs typeface="Helvetica Neue"/>
              </a:defRPr>
            </a:lvl7pPr>
            <a:lvl8pPr algn="l">
              <a:defRPr sz="1050" b="1">
                <a:solidFill>
                  <a:srgbClr val="A0E4C9"/>
                </a:solidFill>
                <a:latin typeface="Helvetica Neue"/>
                <a:ea typeface="Helvetica Neue"/>
                <a:cs typeface="Helvetica Neue"/>
              </a:defRPr>
            </a:lvl8pPr>
            <a:lvl9pPr algn="l">
              <a:defRPr sz="1050" b="1">
                <a:solidFill>
                  <a:srgbClr val="A0E4C9"/>
                </a:solidFill>
                <a:latin typeface="Helvetica Neue"/>
                <a:ea typeface="Helvetica Neue"/>
                <a:cs typeface="Helvetica Neue"/>
              </a:defRPr>
            </a:lvl9pPr>
          </a:lstStyle>
          <a:p xmlns:a="http://schemas.openxmlformats.org/drawingml/2006/main">
            <a:pPr algn="l">
              <a:defRPr sz="1050" b="1">
                <a:solidFill>
                  <a:srgbClr val="A0E4C9"/>
                </a:solidFill>
                <a:latin typeface="Helvetica Neue"/>
                <a:ea typeface="Helvetica Neue"/>
                <a:cs typeface="Helvetica Neue"/>
              </a:defRPr>
            </a:pPr>
            <a:r>
              <a:rPr sz="1050" b="1">
                <a:solidFill>
                  <a:srgbClr val="A0E4C9"/>
                </a:solidFill>
                <a:latin typeface="Helvetica Neue"/>
                <a:ea typeface="Helvetica Neue"/>
                <a:cs typeface="Helvetica Neue"/>
              </a:rPr>
              <a:t>FƏRDI</a:t>
            </a:r>
          </a:p>
        </p:txBody>
      </p:sp>
      <p:sp>
        <p:nvSpPr>
          <p:cNvPr id="9" name="">
            <a:extLst xmlns:a="http://schemas.openxmlformats.org/drawingml/2006/main">
              <a:ext uri="{FF2B5EF4-FFF2-40B4-BE49-F238E27FC236}">
                <a16:creationId xmlns:a16="http://schemas.microsoft.com/office/drawing/2014/main" id="{B4BBBAA1-7BAC-4C30-B5E6-9E8D4BE49B06}"/>
              </a:ext>
            </a:extLst>
          </p:cNvPr>
          <p:cNvSpPr>
            <a:spLocks xmlns:a="http://schemas.openxmlformats.org/drawingml/2006/main" noGrp="1"/>
          </p:cNvSpPr>
          <p:nvPr/>
        </p:nvSpPr>
        <p:spPr>
          <a:xfrm xmlns:a="http://schemas.openxmlformats.org/drawingml/2006/main">
            <a:off x="762000" y="2943225"/>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7F5FF"/>
                </a:solidFill>
                <a:latin typeface="Helvetica Neue"/>
                <a:ea typeface="Helvetica Neue"/>
                <a:cs typeface="Helvetica Neue"/>
              </a:defRPr>
            </a:defPPr>
            <a:lvl1pPr algn="l">
              <a:defRPr sz="2025" b="1">
                <a:solidFill>
                  <a:srgbClr val="F7F5FF"/>
                </a:solidFill>
                <a:latin typeface="Helvetica Neue"/>
                <a:ea typeface="Helvetica Neue"/>
                <a:cs typeface="Helvetica Neue"/>
              </a:defRPr>
            </a:lvl1pPr>
            <a:lvl2pPr algn="l">
              <a:defRPr sz="2025" b="1">
                <a:solidFill>
                  <a:srgbClr val="F7F5FF"/>
                </a:solidFill>
                <a:latin typeface="Helvetica Neue"/>
                <a:ea typeface="Helvetica Neue"/>
                <a:cs typeface="Helvetica Neue"/>
              </a:defRPr>
            </a:lvl2pPr>
            <a:lvl3pPr algn="l">
              <a:defRPr sz="2025" b="1">
                <a:solidFill>
                  <a:srgbClr val="F7F5FF"/>
                </a:solidFill>
                <a:latin typeface="Helvetica Neue"/>
                <a:ea typeface="Helvetica Neue"/>
                <a:cs typeface="Helvetica Neue"/>
              </a:defRPr>
            </a:lvl3pPr>
            <a:lvl4pPr algn="l">
              <a:defRPr sz="2025" b="1">
                <a:solidFill>
                  <a:srgbClr val="F7F5FF"/>
                </a:solidFill>
                <a:latin typeface="Helvetica Neue"/>
                <a:ea typeface="Helvetica Neue"/>
                <a:cs typeface="Helvetica Neue"/>
              </a:defRPr>
            </a:lvl4pPr>
            <a:lvl5pPr algn="l">
              <a:defRPr sz="2025" b="1">
                <a:solidFill>
                  <a:srgbClr val="F7F5FF"/>
                </a:solidFill>
                <a:latin typeface="Helvetica Neue"/>
                <a:ea typeface="Helvetica Neue"/>
                <a:cs typeface="Helvetica Neue"/>
              </a:defRPr>
            </a:lvl5pPr>
            <a:lvl6pPr algn="l">
              <a:defRPr sz="2025" b="1">
                <a:solidFill>
                  <a:srgbClr val="F7F5FF"/>
                </a:solidFill>
                <a:latin typeface="Helvetica Neue"/>
                <a:ea typeface="Helvetica Neue"/>
                <a:cs typeface="Helvetica Neue"/>
              </a:defRPr>
            </a:lvl6pPr>
            <a:lvl7pPr algn="l">
              <a:defRPr sz="2025" b="1">
                <a:solidFill>
                  <a:srgbClr val="F7F5FF"/>
                </a:solidFill>
                <a:latin typeface="Helvetica Neue"/>
                <a:ea typeface="Helvetica Neue"/>
                <a:cs typeface="Helvetica Neue"/>
              </a:defRPr>
            </a:lvl7pPr>
            <a:lvl8pPr algn="l">
              <a:defRPr sz="2025" b="1">
                <a:solidFill>
                  <a:srgbClr val="F7F5FF"/>
                </a:solidFill>
                <a:latin typeface="Helvetica Neue"/>
                <a:ea typeface="Helvetica Neue"/>
                <a:cs typeface="Helvetica Neue"/>
              </a:defRPr>
            </a:lvl8pPr>
            <a:lvl9pPr algn="l">
              <a:defRPr sz="2025" b="1">
                <a:solidFill>
                  <a:srgbClr val="F7F5FF"/>
                </a:solidFill>
                <a:latin typeface="Helvetica Neue"/>
                <a:ea typeface="Helvetica Neue"/>
                <a:cs typeface="Helvetica Neue"/>
              </a:defRPr>
            </a:lvl9pPr>
          </a:lstStyle>
          <a:p xmlns:a="http://schemas.openxmlformats.org/drawingml/2006/main">
            <a:pPr algn="l">
              <a:defRPr sz="2025" b="1">
                <a:solidFill>
                  <a:srgbClr val="F7F5FF"/>
                </a:solidFill>
                <a:latin typeface="Helvetica Neue"/>
                <a:ea typeface="Helvetica Neue"/>
                <a:cs typeface="Helvetica Neue"/>
              </a:defRPr>
            </a:pPr>
            <a:r>
              <a:rPr sz="2025" b="1">
                <a:solidFill>
                  <a:srgbClr val="F7F5FF"/>
                </a:solidFill>
                <a:latin typeface="Helvetica Neue"/>
                <a:ea typeface="Helvetica Neue"/>
                <a:cs typeface="Helvetica Neue"/>
              </a:rPr>
              <a:t>Həftəlik XP</a:t>
            </a:r>
          </a:p>
        </p:txBody>
      </p:sp>
      <p:sp>
        <p:nvSpPr>
          <p:cNvPr id="10" name="">
            <a:extLst xmlns:a="http://schemas.openxmlformats.org/drawingml/2006/main">
              <a:ext uri="{FF2B5EF4-FFF2-40B4-BE49-F238E27FC236}">
                <a16:creationId xmlns:a16="http://schemas.microsoft.com/office/drawing/2014/main" id="{AEC63D0D-2EF7-4D3E-80E7-733F75D9CF04}"/>
              </a:ext>
            </a:extLst>
          </p:cNvPr>
          <p:cNvSpPr>
            <a:spLocks xmlns:a="http://schemas.openxmlformats.org/drawingml/2006/main" noGrp="1"/>
          </p:cNvSpPr>
          <p:nvPr/>
        </p:nvSpPr>
        <p:spPr>
          <a:xfrm xmlns:a="http://schemas.openxmlformats.org/drawingml/2006/main">
            <a:off x="762000" y="3562350"/>
            <a:ext cx="2952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0ACC9"/>
                </a:solidFill>
                <a:latin typeface="Helvetica Neue"/>
                <a:ea typeface="Helvetica Neue"/>
                <a:cs typeface="Helvetica Neue"/>
              </a:defRPr>
            </a:defPPr>
            <a:lvl1pPr algn="l">
              <a:defRPr sz="1350" b="0">
                <a:solidFill>
                  <a:srgbClr val="B0ACC9"/>
                </a:solidFill>
                <a:latin typeface="Helvetica Neue"/>
                <a:ea typeface="Helvetica Neue"/>
                <a:cs typeface="Helvetica Neue"/>
              </a:defRPr>
            </a:lvl1pPr>
            <a:lvl2pPr algn="l">
              <a:defRPr sz="1350" b="0">
                <a:solidFill>
                  <a:srgbClr val="B0ACC9"/>
                </a:solidFill>
                <a:latin typeface="Helvetica Neue"/>
                <a:ea typeface="Helvetica Neue"/>
                <a:cs typeface="Helvetica Neue"/>
              </a:defRPr>
            </a:lvl2pPr>
            <a:lvl3pPr algn="l">
              <a:defRPr sz="1350" b="0">
                <a:solidFill>
                  <a:srgbClr val="B0ACC9"/>
                </a:solidFill>
                <a:latin typeface="Helvetica Neue"/>
                <a:ea typeface="Helvetica Neue"/>
                <a:cs typeface="Helvetica Neue"/>
              </a:defRPr>
            </a:lvl3pPr>
            <a:lvl4pPr algn="l">
              <a:defRPr sz="1350" b="0">
                <a:solidFill>
                  <a:srgbClr val="B0ACC9"/>
                </a:solidFill>
                <a:latin typeface="Helvetica Neue"/>
                <a:ea typeface="Helvetica Neue"/>
                <a:cs typeface="Helvetica Neue"/>
              </a:defRPr>
            </a:lvl4pPr>
            <a:lvl5pPr algn="l">
              <a:defRPr sz="1350" b="0">
                <a:solidFill>
                  <a:srgbClr val="B0ACC9"/>
                </a:solidFill>
                <a:latin typeface="Helvetica Neue"/>
                <a:ea typeface="Helvetica Neue"/>
                <a:cs typeface="Helvetica Neue"/>
              </a:defRPr>
            </a:lvl5pPr>
            <a:lvl6pPr algn="l">
              <a:defRPr sz="1350" b="0">
                <a:solidFill>
                  <a:srgbClr val="B0ACC9"/>
                </a:solidFill>
                <a:latin typeface="Helvetica Neue"/>
                <a:ea typeface="Helvetica Neue"/>
                <a:cs typeface="Helvetica Neue"/>
              </a:defRPr>
            </a:lvl6pPr>
            <a:lvl7pPr algn="l">
              <a:defRPr sz="1350" b="0">
                <a:solidFill>
                  <a:srgbClr val="B0ACC9"/>
                </a:solidFill>
                <a:latin typeface="Helvetica Neue"/>
                <a:ea typeface="Helvetica Neue"/>
                <a:cs typeface="Helvetica Neue"/>
              </a:defRPr>
            </a:lvl7pPr>
            <a:lvl8pPr algn="l">
              <a:defRPr sz="1350" b="0">
                <a:solidFill>
                  <a:srgbClr val="B0ACC9"/>
                </a:solidFill>
                <a:latin typeface="Helvetica Neue"/>
                <a:ea typeface="Helvetica Neue"/>
                <a:cs typeface="Helvetica Neue"/>
              </a:defRPr>
            </a:lvl8pPr>
            <a:lvl9pPr algn="l">
              <a:defRPr sz="1350" b="0">
                <a:solidFill>
                  <a:srgbClr val="B0ACC9"/>
                </a:solidFill>
                <a:latin typeface="Helvetica Neue"/>
                <a:ea typeface="Helvetica Neue"/>
                <a:cs typeface="Helvetica Neue"/>
              </a:defRPr>
            </a:lvl9pPr>
          </a:lstStyle>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İştirakçılar muzey tapşırıqları ilə yüksəlir. Cari istifadəçinin yeri ayrıca görünür.</a:t>
            </a:r>
          </a:p>
        </p:txBody>
      </p:sp>
      <p:sp>
        <p:nvSpPr>
          <p:cNvPr id="11" name="">
            <a:extLst xmlns:a="http://schemas.openxmlformats.org/drawingml/2006/main">
              <a:ext uri="{FF2B5EF4-FFF2-40B4-BE49-F238E27FC236}">
                <a16:creationId xmlns:a16="http://schemas.microsoft.com/office/drawing/2014/main" id="{A70CDE3D-3F89-4B68-9B7A-A4FBE4A1199E}"/>
              </a:ext>
            </a:extLst>
          </p:cNvPr>
          <p:cNvSpPr>
            <a:spLocks xmlns:a="http://schemas.openxmlformats.org/drawingml/2006/main" noGrp="1"/>
          </p:cNvSpPr>
          <p:nvPr/>
        </p:nvSpPr>
        <p:spPr>
          <a:xfrm xmlns:a="http://schemas.openxmlformats.org/drawingml/2006/main">
            <a:off x="4095750" y="2466975"/>
            <a:ext cx="9525" cy="2381250"/>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2D8317A-AE30-427B-88B8-FC147ACBABC6}"/>
              </a:ext>
            </a:extLst>
          </p:cNvPr>
          <p:cNvSpPr>
            <a:spLocks xmlns:a="http://schemas.openxmlformats.org/drawingml/2006/main" noGrp="1"/>
          </p:cNvSpPr>
          <p:nvPr/>
        </p:nvSpPr>
        <p:spPr>
          <a:xfrm xmlns:a="http://schemas.openxmlformats.org/drawingml/2006/main">
            <a:off x="4514850" y="24765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B942"/>
                </a:solidFill>
                <a:latin typeface="Helvetica Neue"/>
                <a:ea typeface="Helvetica Neue"/>
                <a:cs typeface="Helvetica Neue"/>
              </a:defRPr>
            </a:defPPr>
            <a:lvl1pPr algn="l">
              <a:defRPr sz="1050" b="1">
                <a:solidFill>
                  <a:srgbClr val="F5B942"/>
                </a:solidFill>
                <a:latin typeface="Helvetica Neue"/>
                <a:ea typeface="Helvetica Neue"/>
                <a:cs typeface="Helvetica Neue"/>
              </a:defRPr>
            </a:lvl1pPr>
            <a:lvl2pPr algn="l">
              <a:defRPr sz="1050" b="1">
                <a:solidFill>
                  <a:srgbClr val="F5B942"/>
                </a:solidFill>
                <a:latin typeface="Helvetica Neue"/>
                <a:ea typeface="Helvetica Neue"/>
                <a:cs typeface="Helvetica Neue"/>
              </a:defRPr>
            </a:lvl2pPr>
            <a:lvl3pPr algn="l">
              <a:defRPr sz="1050" b="1">
                <a:solidFill>
                  <a:srgbClr val="F5B942"/>
                </a:solidFill>
                <a:latin typeface="Helvetica Neue"/>
                <a:ea typeface="Helvetica Neue"/>
                <a:cs typeface="Helvetica Neue"/>
              </a:defRPr>
            </a:lvl3pPr>
            <a:lvl4pPr algn="l">
              <a:defRPr sz="1050" b="1">
                <a:solidFill>
                  <a:srgbClr val="F5B942"/>
                </a:solidFill>
                <a:latin typeface="Helvetica Neue"/>
                <a:ea typeface="Helvetica Neue"/>
                <a:cs typeface="Helvetica Neue"/>
              </a:defRPr>
            </a:lvl4pPr>
            <a:lvl5pPr algn="l">
              <a:defRPr sz="1050" b="1">
                <a:solidFill>
                  <a:srgbClr val="F5B942"/>
                </a:solidFill>
                <a:latin typeface="Helvetica Neue"/>
                <a:ea typeface="Helvetica Neue"/>
                <a:cs typeface="Helvetica Neue"/>
              </a:defRPr>
            </a:lvl5pPr>
            <a:lvl6pPr algn="l">
              <a:defRPr sz="1050" b="1">
                <a:solidFill>
                  <a:srgbClr val="F5B942"/>
                </a:solidFill>
                <a:latin typeface="Helvetica Neue"/>
                <a:ea typeface="Helvetica Neue"/>
                <a:cs typeface="Helvetica Neue"/>
              </a:defRPr>
            </a:lvl6pPr>
            <a:lvl7pPr algn="l">
              <a:defRPr sz="1050" b="1">
                <a:solidFill>
                  <a:srgbClr val="F5B942"/>
                </a:solidFill>
                <a:latin typeface="Helvetica Neue"/>
                <a:ea typeface="Helvetica Neue"/>
                <a:cs typeface="Helvetica Neue"/>
              </a:defRPr>
            </a:lvl7pPr>
            <a:lvl8pPr algn="l">
              <a:defRPr sz="1050" b="1">
                <a:solidFill>
                  <a:srgbClr val="F5B942"/>
                </a:solidFill>
                <a:latin typeface="Helvetica Neue"/>
                <a:ea typeface="Helvetica Neue"/>
                <a:cs typeface="Helvetica Neue"/>
              </a:defRPr>
            </a:lvl8pPr>
            <a:lvl9pPr algn="l">
              <a:defRPr sz="1050" b="1">
                <a:solidFill>
                  <a:srgbClr val="F5B942"/>
                </a:solidFill>
                <a:latin typeface="Helvetica Neue"/>
                <a:ea typeface="Helvetica Neue"/>
                <a:cs typeface="Helvetica Neue"/>
              </a:defRPr>
            </a:lvl9pPr>
          </a:lstStyle>
          <a:p xmlns:a="http://schemas.openxmlformats.org/drawingml/2006/main">
            <a:pPr algn="l">
              <a:defRPr sz="1050" b="1">
                <a:solidFill>
                  <a:srgbClr val="F5B942"/>
                </a:solidFill>
                <a:latin typeface="Helvetica Neue"/>
                <a:ea typeface="Helvetica Neue"/>
                <a:cs typeface="Helvetica Neue"/>
              </a:defRPr>
            </a:pPr>
            <a:r>
              <a:rPr sz="1050" b="1">
                <a:solidFill>
                  <a:srgbClr val="F5B942"/>
                </a:solidFill>
                <a:latin typeface="Helvetica Neue"/>
                <a:ea typeface="Helvetica Neue"/>
                <a:cs typeface="Helvetica Neue"/>
              </a:rPr>
              <a:t>UNIVERSITET LIQASI</a:t>
            </a:r>
          </a:p>
        </p:txBody>
      </p:sp>
      <p:sp>
        <p:nvSpPr>
          <p:cNvPr id="13" name="">
            <a:extLst xmlns:a="http://schemas.openxmlformats.org/drawingml/2006/main">
              <a:ext uri="{FF2B5EF4-FFF2-40B4-BE49-F238E27FC236}">
                <a16:creationId xmlns:a16="http://schemas.microsoft.com/office/drawing/2014/main" id="{45FFB8C3-0AC2-42BE-BAF4-3B2C838DD98F}"/>
              </a:ext>
            </a:extLst>
          </p:cNvPr>
          <p:cNvSpPr>
            <a:spLocks xmlns:a="http://schemas.openxmlformats.org/drawingml/2006/main" noGrp="1"/>
          </p:cNvSpPr>
          <p:nvPr/>
        </p:nvSpPr>
        <p:spPr>
          <a:xfrm xmlns:a="http://schemas.openxmlformats.org/drawingml/2006/main">
            <a:off x="4514850" y="2943225"/>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7F5FF"/>
                </a:solidFill>
                <a:latin typeface="Helvetica Neue"/>
                <a:ea typeface="Helvetica Neue"/>
                <a:cs typeface="Helvetica Neue"/>
              </a:defRPr>
            </a:defPPr>
            <a:lvl1pPr algn="l">
              <a:defRPr sz="2025" b="1">
                <a:solidFill>
                  <a:srgbClr val="F7F5FF"/>
                </a:solidFill>
                <a:latin typeface="Helvetica Neue"/>
                <a:ea typeface="Helvetica Neue"/>
                <a:cs typeface="Helvetica Neue"/>
              </a:defRPr>
            </a:lvl1pPr>
            <a:lvl2pPr algn="l">
              <a:defRPr sz="2025" b="1">
                <a:solidFill>
                  <a:srgbClr val="F7F5FF"/>
                </a:solidFill>
                <a:latin typeface="Helvetica Neue"/>
                <a:ea typeface="Helvetica Neue"/>
                <a:cs typeface="Helvetica Neue"/>
              </a:defRPr>
            </a:lvl2pPr>
            <a:lvl3pPr algn="l">
              <a:defRPr sz="2025" b="1">
                <a:solidFill>
                  <a:srgbClr val="F7F5FF"/>
                </a:solidFill>
                <a:latin typeface="Helvetica Neue"/>
                <a:ea typeface="Helvetica Neue"/>
                <a:cs typeface="Helvetica Neue"/>
              </a:defRPr>
            </a:lvl3pPr>
            <a:lvl4pPr algn="l">
              <a:defRPr sz="2025" b="1">
                <a:solidFill>
                  <a:srgbClr val="F7F5FF"/>
                </a:solidFill>
                <a:latin typeface="Helvetica Neue"/>
                <a:ea typeface="Helvetica Neue"/>
                <a:cs typeface="Helvetica Neue"/>
              </a:defRPr>
            </a:lvl4pPr>
            <a:lvl5pPr algn="l">
              <a:defRPr sz="2025" b="1">
                <a:solidFill>
                  <a:srgbClr val="F7F5FF"/>
                </a:solidFill>
                <a:latin typeface="Helvetica Neue"/>
                <a:ea typeface="Helvetica Neue"/>
                <a:cs typeface="Helvetica Neue"/>
              </a:defRPr>
            </a:lvl5pPr>
            <a:lvl6pPr algn="l">
              <a:defRPr sz="2025" b="1">
                <a:solidFill>
                  <a:srgbClr val="F7F5FF"/>
                </a:solidFill>
                <a:latin typeface="Helvetica Neue"/>
                <a:ea typeface="Helvetica Neue"/>
                <a:cs typeface="Helvetica Neue"/>
              </a:defRPr>
            </a:lvl6pPr>
            <a:lvl7pPr algn="l">
              <a:defRPr sz="2025" b="1">
                <a:solidFill>
                  <a:srgbClr val="F7F5FF"/>
                </a:solidFill>
                <a:latin typeface="Helvetica Neue"/>
                <a:ea typeface="Helvetica Neue"/>
                <a:cs typeface="Helvetica Neue"/>
              </a:defRPr>
            </a:lvl7pPr>
            <a:lvl8pPr algn="l">
              <a:defRPr sz="2025" b="1">
                <a:solidFill>
                  <a:srgbClr val="F7F5FF"/>
                </a:solidFill>
                <a:latin typeface="Helvetica Neue"/>
                <a:ea typeface="Helvetica Neue"/>
                <a:cs typeface="Helvetica Neue"/>
              </a:defRPr>
            </a:lvl8pPr>
            <a:lvl9pPr algn="l">
              <a:defRPr sz="2025" b="1">
                <a:solidFill>
                  <a:srgbClr val="F7F5FF"/>
                </a:solidFill>
                <a:latin typeface="Helvetica Neue"/>
                <a:ea typeface="Helvetica Neue"/>
                <a:cs typeface="Helvetica Neue"/>
              </a:defRPr>
            </a:lvl9pPr>
          </a:lstStyle>
          <a:p xmlns:a="http://schemas.openxmlformats.org/drawingml/2006/main">
            <a:pPr algn="l">
              <a:defRPr sz="2025" b="1">
                <a:solidFill>
                  <a:srgbClr val="F7F5FF"/>
                </a:solidFill>
                <a:latin typeface="Helvetica Neue"/>
                <a:ea typeface="Helvetica Neue"/>
                <a:cs typeface="Helvetica Neue"/>
              </a:defRPr>
            </a:pPr>
            <a:r>
              <a:rPr sz="2025" b="1">
                <a:solidFill>
                  <a:srgbClr val="F7F5FF"/>
                </a:solidFill>
                <a:latin typeface="Helvetica Neue"/>
                <a:ea typeface="Helvetica Neue"/>
                <a:cs typeface="Helvetica Neue"/>
              </a:rPr>
              <a:t>Top 10-un ortası</a:t>
            </a:r>
          </a:p>
        </p:txBody>
      </p:sp>
      <p:sp>
        <p:nvSpPr>
          <p:cNvPr id="14" name="">
            <a:extLst xmlns:a="http://schemas.openxmlformats.org/drawingml/2006/main">
              <a:ext uri="{FF2B5EF4-FFF2-40B4-BE49-F238E27FC236}">
                <a16:creationId xmlns:a16="http://schemas.microsoft.com/office/drawing/2014/main" id="{7B100CEE-1D12-43DE-B0D3-968682EBAEC0}"/>
              </a:ext>
            </a:extLst>
          </p:cNvPr>
          <p:cNvSpPr>
            <a:spLocks xmlns:a="http://schemas.openxmlformats.org/drawingml/2006/main" noGrp="1"/>
          </p:cNvSpPr>
          <p:nvPr/>
        </p:nvSpPr>
        <p:spPr>
          <a:xfrm xmlns:a="http://schemas.openxmlformats.org/drawingml/2006/main">
            <a:off x="4514850" y="3562350"/>
            <a:ext cx="2952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0ACC9"/>
                </a:solidFill>
                <a:latin typeface="Helvetica Neue"/>
                <a:ea typeface="Helvetica Neue"/>
                <a:cs typeface="Helvetica Neue"/>
              </a:defRPr>
            </a:defPPr>
            <a:lvl1pPr algn="l">
              <a:defRPr sz="1350" b="0">
                <a:solidFill>
                  <a:srgbClr val="B0ACC9"/>
                </a:solidFill>
                <a:latin typeface="Helvetica Neue"/>
                <a:ea typeface="Helvetica Neue"/>
                <a:cs typeface="Helvetica Neue"/>
              </a:defRPr>
            </a:lvl1pPr>
            <a:lvl2pPr algn="l">
              <a:defRPr sz="1350" b="0">
                <a:solidFill>
                  <a:srgbClr val="B0ACC9"/>
                </a:solidFill>
                <a:latin typeface="Helvetica Neue"/>
                <a:ea typeface="Helvetica Neue"/>
                <a:cs typeface="Helvetica Neue"/>
              </a:defRPr>
            </a:lvl2pPr>
            <a:lvl3pPr algn="l">
              <a:defRPr sz="1350" b="0">
                <a:solidFill>
                  <a:srgbClr val="B0ACC9"/>
                </a:solidFill>
                <a:latin typeface="Helvetica Neue"/>
                <a:ea typeface="Helvetica Neue"/>
                <a:cs typeface="Helvetica Neue"/>
              </a:defRPr>
            </a:lvl3pPr>
            <a:lvl4pPr algn="l">
              <a:defRPr sz="1350" b="0">
                <a:solidFill>
                  <a:srgbClr val="B0ACC9"/>
                </a:solidFill>
                <a:latin typeface="Helvetica Neue"/>
                <a:ea typeface="Helvetica Neue"/>
                <a:cs typeface="Helvetica Neue"/>
              </a:defRPr>
            </a:lvl4pPr>
            <a:lvl5pPr algn="l">
              <a:defRPr sz="1350" b="0">
                <a:solidFill>
                  <a:srgbClr val="B0ACC9"/>
                </a:solidFill>
                <a:latin typeface="Helvetica Neue"/>
                <a:ea typeface="Helvetica Neue"/>
                <a:cs typeface="Helvetica Neue"/>
              </a:defRPr>
            </a:lvl5pPr>
            <a:lvl6pPr algn="l">
              <a:defRPr sz="1350" b="0">
                <a:solidFill>
                  <a:srgbClr val="B0ACC9"/>
                </a:solidFill>
                <a:latin typeface="Helvetica Neue"/>
                <a:ea typeface="Helvetica Neue"/>
                <a:cs typeface="Helvetica Neue"/>
              </a:defRPr>
            </a:lvl6pPr>
            <a:lvl7pPr algn="l">
              <a:defRPr sz="1350" b="0">
                <a:solidFill>
                  <a:srgbClr val="B0ACC9"/>
                </a:solidFill>
                <a:latin typeface="Helvetica Neue"/>
                <a:ea typeface="Helvetica Neue"/>
                <a:cs typeface="Helvetica Neue"/>
              </a:defRPr>
            </a:lvl7pPr>
            <a:lvl8pPr algn="l">
              <a:defRPr sz="1350" b="0">
                <a:solidFill>
                  <a:srgbClr val="B0ACC9"/>
                </a:solidFill>
                <a:latin typeface="Helvetica Neue"/>
                <a:ea typeface="Helvetica Neue"/>
                <a:cs typeface="Helvetica Neue"/>
              </a:defRPr>
            </a:lvl8pPr>
            <a:lvl9pPr algn="l">
              <a:defRPr sz="1350" b="0">
                <a:solidFill>
                  <a:srgbClr val="B0ACC9"/>
                </a:solidFill>
                <a:latin typeface="Helvetica Neue"/>
                <a:ea typeface="Helvetica Neue"/>
                <a:cs typeface="Helvetica Neue"/>
              </a:defRPr>
            </a:lvl9pPr>
          </a:lstStyle>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Ən aktiv üzvlərin orta həftəlik XP-si; sıralanmaq üçün ən az 3 aktiv iştirakçı.</a:t>
            </a:r>
          </a:p>
        </p:txBody>
      </p:sp>
      <p:sp>
        <p:nvSpPr>
          <p:cNvPr id="15" name="">
            <a:extLst xmlns:a="http://schemas.openxmlformats.org/drawingml/2006/main">
              <a:ext uri="{FF2B5EF4-FFF2-40B4-BE49-F238E27FC236}">
                <a16:creationId xmlns:a16="http://schemas.microsoft.com/office/drawing/2014/main" id="{9B09EBA8-BCE0-4AC2-BE9F-EFE0718DA3B4}"/>
              </a:ext>
            </a:extLst>
          </p:cNvPr>
          <p:cNvSpPr>
            <a:spLocks xmlns:a="http://schemas.openxmlformats.org/drawingml/2006/main" noGrp="1"/>
          </p:cNvSpPr>
          <p:nvPr/>
        </p:nvSpPr>
        <p:spPr>
          <a:xfrm xmlns:a="http://schemas.openxmlformats.org/drawingml/2006/main">
            <a:off x="7848600" y="2466975"/>
            <a:ext cx="9525" cy="2381250"/>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B79A658-B9F5-4C33-96CF-2D335BFDAC95}"/>
              </a:ext>
            </a:extLst>
          </p:cNvPr>
          <p:cNvSpPr>
            <a:spLocks xmlns:a="http://schemas.openxmlformats.org/drawingml/2006/main" noGrp="1"/>
          </p:cNvSpPr>
          <p:nvPr/>
        </p:nvSpPr>
        <p:spPr>
          <a:xfrm xmlns:a="http://schemas.openxmlformats.org/drawingml/2006/main">
            <a:off x="8267700" y="24765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0E4C9"/>
                </a:solidFill>
                <a:latin typeface="Helvetica Neue"/>
                <a:ea typeface="Helvetica Neue"/>
                <a:cs typeface="Helvetica Neue"/>
              </a:defRPr>
            </a:defPPr>
            <a:lvl1pPr algn="l">
              <a:defRPr sz="1050" b="1">
                <a:solidFill>
                  <a:srgbClr val="A0E4C9"/>
                </a:solidFill>
                <a:latin typeface="Helvetica Neue"/>
                <a:ea typeface="Helvetica Neue"/>
                <a:cs typeface="Helvetica Neue"/>
              </a:defRPr>
            </a:lvl1pPr>
            <a:lvl2pPr algn="l">
              <a:defRPr sz="1050" b="1">
                <a:solidFill>
                  <a:srgbClr val="A0E4C9"/>
                </a:solidFill>
                <a:latin typeface="Helvetica Neue"/>
                <a:ea typeface="Helvetica Neue"/>
                <a:cs typeface="Helvetica Neue"/>
              </a:defRPr>
            </a:lvl2pPr>
            <a:lvl3pPr algn="l">
              <a:defRPr sz="1050" b="1">
                <a:solidFill>
                  <a:srgbClr val="A0E4C9"/>
                </a:solidFill>
                <a:latin typeface="Helvetica Neue"/>
                <a:ea typeface="Helvetica Neue"/>
                <a:cs typeface="Helvetica Neue"/>
              </a:defRPr>
            </a:lvl3pPr>
            <a:lvl4pPr algn="l">
              <a:defRPr sz="1050" b="1">
                <a:solidFill>
                  <a:srgbClr val="A0E4C9"/>
                </a:solidFill>
                <a:latin typeface="Helvetica Neue"/>
                <a:ea typeface="Helvetica Neue"/>
                <a:cs typeface="Helvetica Neue"/>
              </a:defRPr>
            </a:lvl4pPr>
            <a:lvl5pPr algn="l">
              <a:defRPr sz="1050" b="1">
                <a:solidFill>
                  <a:srgbClr val="A0E4C9"/>
                </a:solidFill>
                <a:latin typeface="Helvetica Neue"/>
                <a:ea typeface="Helvetica Neue"/>
                <a:cs typeface="Helvetica Neue"/>
              </a:defRPr>
            </a:lvl5pPr>
            <a:lvl6pPr algn="l">
              <a:defRPr sz="1050" b="1">
                <a:solidFill>
                  <a:srgbClr val="A0E4C9"/>
                </a:solidFill>
                <a:latin typeface="Helvetica Neue"/>
                <a:ea typeface="Helvetica Neue"/>
                <a:cs typeface="Helvetica Neue"/>
              </a:defRPr>
            </a:lvl6pPr>
            <a:lvl7pPr algn="l">
              <a:defRPr sz="1050" b="1">
                <a:solidFill>
                  <a:srgbClr val="A0E4C9"/>
                </a:solidFill>
                <a:latin typeface="Helvetica Neue"/>
                <a:ea typeface="Helvetica Neue"/>
                <a:cs typeface="Helvetica Neue"/>
              </a:defRPr>
            </a:lvl7pPr>
            <a:lvl8pPr algn="l">
              <a:defRPr sz="1050" b="1">
                <a:solidFill>
                  <a:srgbClr val="A0E4C9"/>
                </a:solidFill>
                <a:latin typeface="Helvetica Neue"/>
                <a:ea typeface="Helvetica Neue"/>
                <a:cs typeface="Helvetica Neue"/>
              </a:defRPr>
            </a:lvl8pPr>
            <a:lvl9pPr algn="l">
              <a:defRPr sz="1050" b="1">
                <a:solidFill>
                  <a:srgbClr val="A0E4C9"/>
                </a:solidFill>
                <a:latin typeface="Helvetica Neue"/>
                <a:ea typeface="Helvetica Neue"/>
                <a:cs typeface="Helvetica Neue"/>
              </a:defRPr>
            </a:lvl9pPr>
          </a:lstStyle>
          <a:p xmlns:a="http://schemas.openxmlformats.org/drawingml/2006/main">
            <a:pPr algn="l">
              <a:defRPr sz="1050" b="1">
                <a:solidFill>
                  <a:srgbClr val="A0E4C9"/>
                </a:solidFill>
                <a:latin typeface="Helvetica Neue"/>
                <a:ea typeface="Helvetica Neue"/>
                <a:cs typeface="Helvetica Neue"/>
              </a:defRPr>
            </a:pPr>
            <a:r>
              <a:rPr sz="1050" b="1">
                <a:solidFill>
                  <a:srgbClr val="A0E4C9"/>
                </a:solidFill>
                <a:latin typeface="Helvetica Neue"/>
                <a:ea typeface="Helvetica Neue"/>
                <a:cs typeface="Helvetica Neue"/>
              </a:rPr>
              <a:t>MUZEY FƏTHI</a:t>
            </a:r>
          </a:p>
        </p:txBody>
      </p:sp>
      <p:sp>
        <p:nvSpPr>
          <p:cNvPr id="17" name="">
            <a:extLst xmlns:a="http://schemas.openxmlformats.org/drawingml/2006/main">
              <a:ext uri="{FF2B5EF4-FFF2-40B4-BE49-F238E27FC236}">
                <a16:creationId xmlns:a16="http://schemas.microsoft.com/office/drawing/2014/main" id="{8F744707-C951-47B2-A8E3-D4A756C74097}"/>
              </a:ext>
            </a:extLst>
          </p:cNvPr>
          <p:cNvSpPr>
            <a:spLocks xmlns:a="http://schemas.openxmlformats.org/drawingml/2006/main" noGrp="1"/>
          </p:cNvSpPr>
          <p:nvPr/>
        </p:nvSpPr>
        <p:spPr>
          <a:xfrm xmlns:a="http://schemas.openxmlformats.org/drawingml/2006/main">
            <a:off x="8267700" y="2943225"/>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7F5FF"/>
                </a:solidFill>
                <a:latin typeface="Helvetica Neue"/>
                <a:ea typeface="Helvetica Neue"/>
                <a:cs typeface="Helvetica Neue"/>
              </a:defRPr>
            </a:defPPr>
            <a:lvl1pPr algn="l">
              <a:defRPr sz="2025" b="1">
                <a:solidFill>
                  <a:srgbClr val="F7F5FF"/>
                </a:solidFill>
                <a:latin typeface="Helvetica Neue"/>
                <a:ea typeface="Helvetica Neue"/>
                <a:cs typeface="Helvetica Neue"/>
              </a:defRPr>
            </a:lvl1pPr>
            <a:lvl2pPr algn="l">
              <a:defRPr sz="2025" b="1">
                <a:solidFill>
                  <a:srgbClr val="F7F5FF"/>
                </a:solidFill>
                <a:latin typeface="Helvetica Neue"/>
                <a:ea typeface="Helvetica Neue"/>
                <a:cs typeface="Helvetica Neue"/>
              </a:defRPr>
            </a:lvl2pPr>
            <a:lvl3pPr algn="l">
              <a:defRPr sz="2025" b="1">
                <a:solidFill>
                  <a:srgbClr val="F7F5FF"/>
                </a:solidFill>
                <a:latin typeface="Helvetica Neue"/>
                <a:ea typeface="Helvetica Neue"/>
                <a:cs typeface="Helvetica Neue"/>
              </a:defRPr>
            </a:lvl3pPr>
            <a:lvl4pPr algn="l">
              <a:defRPr sz="2025" b="1">
                <a:solidFill>
                  <a:srgbClr val="F7F5FF"/>
                </a:solidFill>
                <a:latin typeface="Helvetica Neue"/>
                <a:ea typeface="Helvetica Neue"/>
                <a:cs typeface="Helvetica Neue"/>
              </a:defRPr>
            </a:lvl4pPr>
            <a:lvl5pPr algn="l">
              <a:defRPr sz="2025" b="1">
                <a:solidFill>
                  <a:srgbClr val="F7F5FF"/>
                </a:solidFill>
                <a:latin typeface="Helvetica Neue"/>
                <a:ea typeface="Helvetica Neue"/>
                <a:cs typeface="Helvetica Neue"/>
              </a:defRPr>
            </a:lvl5pPr>
            <a:lvl6pPr algn="l">
              <a:defRPr sz="2025" b="1">
                <a:solidFill>
                  <a:srgbClr val="F7F5FF"/>
                </a:solidFill>
                <a:latin typeface="Helvetica Neue"/>
                <a:ea typeface="Helvetica Neue"/>
                <a:cs typeface="Helvetica Neue"/>
              </a:defRPr>
            </a:lvl6pPr>
            <a:lvl7pPr algn="l">
              <a:defRPr sz="2025" b="1">
                <a:solidFill>
                  <a:srgbClr val="F7F5FF"/>
                </a:solidFill>
                <a:latin typeface="Helvetica Neue"/>
                <a:ea typeface="Helvetica Neue"/>
                <a:cs typeface="Helvetica Neue"/>
              </a:defRPr>
            </a:lvl7pPr>
            <a:lvl8pPr algn="l">
              <a:defRPr sz="2025" b="1">
                <a:solidFill>
                  <a:srgbClr val="F7F5FF"/>
                </a:solidFill>
                <a:latin typeface="Helvetica Neue"/>
                <a:ea typeface="Helvetica Neue"/>
                <a:cs typeface="Helvetica Neue"/>
              </a:defRPr>
            </a:lvl8pPr>
            <a:lvl9pPr algn="l">
              <a:defRPr sz="2025" b="1">
                <a:solidFill>
                  <a:srgbClr val="F7F5FF"/>
                </a:solidFill>
                <a:latin typeface="Helvetica Neue"/>
                <a:ea typeface="Helvetica Neue"/>
                <a:cs typeface="Helvetica Neue"/>
              </a:defRPr>
            </a:lvl9pPr>
          </a:lstStyle>
          <a:p xmlns:a="http://schemas.openxmlformats.org/drawingml/2006/main">
            <a:pPr algn="l">
              <a:defRPr sz="2025" b="1">
                <a:solidFill>
                  <a:srgbClr val="F7F5FF"/>
                </a:solidFill>
                <a:latin typeface="Helvetica Neue"/>
                <a:ea typeface="Helvetica Neue"/>
                <a:cs typeface="Helvetica Neue"/>
              </a:defRPr>
            </a:pPr>
            <a:r>
              <a:rPr sz="2025" b="1">
                <a:solidFill>
                  <a:srgbClr val="F7F5FF"/>
                </a:solidFill>
                <a:latin typeface="Helvetica Neue"/>
                <a:ea typeface="Helvetica Neue"/>
                <a:cs typeface="Helvetica Neue"/>
              </a:rPr>
              <a:t>Məkan uğrunda</a:t>
            </a:r>
          </a:p>
        </p:txBody>
      </p:sp>
      <p:sp>
        <p:nvSpPr>
          <p:cNvPr id="18" name="">
            <a:extLst xmlns:a="http://schemas.openxmlformats.org/drawingml/2006/main">
              <a:ext uri="{FF2B5EF4-FFF2-40B4-BE49-F238E27FC236}">
                <a16:creationId xmlns:a16="http://schemas.microsoft.com/office/drawing/2014/main" id="{C5D00402-D544-4351-ACC1-9D96451ED99B}"/>
              </a:ext>
            </a:extLst>
          </p:cNvPr>
          <p:cNvSpPr>
            <a:spLocks xmlns:a="http://schemas.openxmlformats.org/drawingml/2006/main" noGrp="1"/>
          </p:cNvSpPr>
          <p:nvPr/>
        </p:nvSpPr>
        <p:spPr>
          <a:xfrm xmlns:a="http://schemas.openxmlformats.org/drawingml/2006/main">
            <a:off x="8267700" y="3562350"/>
            <a:ext cx="2952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0ACC9"/>
                </a:solidFill>
                <a:latin typeface="Helvetica Neue"/>
                <a:ea typeface="Helvetica Neue"/>
                <a:cs typeface="Helvetica Neue"/>
              </a:defRPr>
            </a:defPPr>
            <a:lvl1pPr algn="l">
              <a:defRPr sz="1350" b="0">
                <a:solidFill>
                  <a:srgbClr val="B0ACC9"/>
                </a:solidFill>
                <a:latin typeface="Helvetica Neue"/>
                <a:ea typeface="Helvetica Neue"/>
                <a:cs typeface="Helvetica Neue"/>
              </a:defRPr>
            </a:lvl1pPr>
            <a:lvl2pPr algn="l">
              <a:defRPr sz="1350" b="0">
                <a:solidFill>
                  <a:srgbClr val="B0ACC9"/>
                </a:solidFill>
                <a:latin typeface="Helvetica Neue"/>
                <a:ea typeface="Helvetica Neue"/>
                <a:cs typeface="Helvetica Neue"/>
              </a:defRPr>
            </a:lvl2pPr>
            <a:lvl3pPr algn="l">
              <a:defRPr sz="1350" b="0">
                <a:solidFill>
                  <a:srgbClr val="B0ACC9"/>
                </a:solidFill>
                <a:latin typeface="Helvetica Neue"/>
                <a:ea typeface="Helvetica Neue"/>
                <a:cs typeface="Helvetica Neue"/>
              </a:defRPr>
            </a:lvl3pPr>
            <a:lvl4pPr algn="l">
              <a:defRPr sz="1350" b="0">
                <a:solidFill>
                  <a:srgbClr val="B0ACC9"/>
                </a:solidFill>
                <a:latin typeface="Helvetica Neue"/>
                <a:ea typeface="Helvetica Neue"/>
                <a:cs typeface="Helvetica Neue"/>
              </a:defRPr>
            </a:lvl4pPr>
            <a:lvl5pPr algn="l">
              <a:defRPr sz="1350" b="0">
                <a:solidFill>
                  <a:srgbClr val="B0ACC9"/>
                </a:solidFill>
                <a:latin typeface="Helvetica Neue"/>
                <a:ea typeface="Helvetica Neue"/>
                <a:cs typeface="Helvetica Neue"/>
              </a:defRPr>
            </a:lvl5pPr>
            <a:lvl6pPr algn="l">
              <a:defRPr sz="1350" b="0">
                <a:solidFill>
                  <a:srgbClr val="B0ACC9"/>
                </a:solidFill>
                <a:latin typeface="Helvetica Neue"/>
                <a:ea typeface="Helvetica Neue"/>
                <a:cs typeface="Helvetica Neue"/>
              </a:defRPr>
            </a:lvl6pPr>
            <a:lvl7pPr algn="l">
              <a:defRPr sz="1350" b="0">
                <a:solidFill>
                  <a:srgbClr val="B0ACC9"/>
                </a:solidFill>
                <a:latin typeface="Helvetica Neue"/>
                <a:ea typeface="Helvetica Neue"/>
                <a:cs typeface="Helvetica Neue"/>
              </a:defRPr>
            </a:lvl7pPr>
            <a:lvl8pPr algn="l">
              <a:defRPr sz="1350" b="0">
                <a:solidFill>
                  <a:srgbClr val="B0ACC9"/>
                </a:solidFill>
                <a:latin typeface="Helvetica Neue"/>
                <a:ea typeface="Helvetica Neue"/>
                <a:cs typeface="Helvetica Neue"/>
              </a:defRPr>
            </a:lvl8pPr>
            <a:lvl9pPr algn="l">
              <a:defRPr sz="1350" b="0">
                <a:solidFill>
                  <a:srgbClr val="B0ACC9"/>
                </a:solidFill>
                <a:latin typeface="Helvetica Neue"/>
                <a:ea typeface="Helvetica Neue"/>
                <a:cs typeface="Helvetica Neue"/>
              </a:defRPr>
            </a:lvl9pPr>
          </a:lstStyle>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Universitetlər həftəlik nəticə ilə ərazi qazanır; qrup tapşırıqları komanda oyununu gücləndirir.</a:t>
            </a:r>
          </a:p>
        </p:txBody>
      </p:sp>
      <p:sp>
        <p:nvSpPr>
          <p:cNvPr id="19" name="">
            <a:extLst xmlns:a="http://schemas.openxmlformats.org/drawingml/2006/main">
              <a:ext uri="{FF2B5EF4-FFF2-40B4-BE49-F238E27FC236}">
                <a16:creationId xmlns:a16="http://schemas.microsoft.com/office/drawing/2014/main" id="{C4AFD1E4-6D94-4753-9579-ECE1B98F999C}"/>
              </a:ext>
            </a:extLst>
          </p:cNvPr>
          <p:cNvSpPr>
            <a:spLocks xmlns:a="http://schemas.openxmlformats.org/drawingml/2006/main" noGrp="1"/>
          </p:cNvSpPr>
          <p:nvPr/>
        </p:nvSpPr>
        <p:spPr>
          <a:xfrm xmlns:a="http://schemas.openxmlformats.org/drawingml/2006/main">
            <a:off x="762000" y="5210175"/>
            <a:ext cx="10572750" cy="533400"/>
          </a:xfrm>
          <a:prstGeom xmlns:a="http://schemas.openxmlformats.org/drawingml/2006/main" prst="roundRect">
            <a:avLst>
              <a:gd name="adj" fmla="val 28571"/>
            </a:avLst>
          </a:prstGeom>
          <a:solidFill xmlns:a="http://schemas.openxmlformats.org/drawingml/2006/main">
            <a:srgbClr val="15132E"/>
          </a:solidFill>
          <a:ln xmlns:a="http://schemas.openxmlformats.org/drawingml/2006/main" w="9525">
            <a:solidFill>
              <a:srgbClr val="34314F"/>
            </a:solidFill>
            <a:prstDash val="solid"/>
          </a:ln>
        </p:spPr>
      </p:sp>
      <p:sp>
        <p:nvSpPr>
          <p:cNvPr id="20" name="">
            <a:extLst xmlns:a="http://schemas.openxmlformats.org/drawingml/2006/main">
              <a:ext uri="{FF2B5EF4-FFF2-40B4-BE49-F238E27FC236}">
                <a16:creationId xmlns:a16="http://schemas.microsoft.com/office/drawing/2014/main" id="{5A93F578-2C0C-41CB-BA7C-3BD76A36085A}"/>
              </a:ext>
            </a:extLst>
          </p:cNvPr>
          <p:cNvSpPr>
            <a:spLocks xmlns:a="http://schemas.openxmlformats.org/drawingml/2006/main" noGrp="1"/>
          </p:cNvSpPr>
          <p:nvPr/>
        </p:nvSpPr>
        <p:spPr>
          <a:xfrm xmlns:a="http://schemas.openxmlformats.org/drawingml/2006/main">
            <a:off x="971550" y="5362575"/>
            <a:ext cx="10096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A0E4C9"/>
                </a:solidFill>
                <a:latin typeface="Helvetica Neue"/>
                <a:ea typeface="Helvetica Neue"/>
                <a:cs typeface="Helvetica Neue"/>
              </a:defRPr>
            </a:defPPr>
            <a:lvl1pPr algn="l">
              <a:defRPr sz="1275" b="1">
                <a:solidFill>
                  <a:srgbClr val="A0E4C9"/>
                </a:solidFill>
                <a:latin typeface="Helvetica Neue"/>
                <a:ea typeface="Helvetica Neue"/>
                <a:cs typeface="Helvetica Neue"/>
              </a:defRPr>
            </a:lvl1pPr>
            <a:lvl2pPr algn="l">
              <a:defRPr sz="1275" b="1">
                <a:solidFill>
                  <a:srgbClr val="A0E4C9"/>
                </a:solidFill>
                <a:latin typeface="Helvetica Neue"/>
                <a:ea typeface="Helvetica Neue"/>
                <a:cs typeface="Helvetica Neue"/>
              </a:defRPr>
            </a:lvl2pPr>
            <a:lvl3pPr algn="l">
              <a:defRPr sz="1275" b="1">
                <a:solidFill>
                  <a:srgbClr val="A0E4C9"/>
                </a:solidFill>
                <a:latin typeface="Helvetica Neue"/>
                <a:ea typeface="Helvetica Neue"/>
                <a:cs typeface="Helvetica Neue"/>
              </a:defRPr>
            </a:lvl3pPr>
            <a:lvl4pPr algn="l">
              <a:defRPr sz="1275" b="1">
                <a:solidFill>
                  <a:srgbClr val="A0E4C9"/>
                </a:solidFill>
                <a:latin typeface="Helvetica Neue"/>
                <a:ea typeface="Helvetica Neue"/>
                <a:cs typeface="Helvetica Neue"/>
              </a:defRPr>
            </a:lvl4pPr>
            <a:lvl5pPr algn="l">
              <a:defRPr sz="1275" b="1">
                <a:solidFill>
                  <a:srgbClr val="A0E4C9"/>
                </a:solidFill>
                <a:latin typeface="Helvetica Neue"/>
                <a:ea typeface="Helvetica Neue"/>
                <a:cs typeface="Helvetica Neue"/>
              </a:defRPr>
            </a:lvl5pPr>
            <a:lvl6pPr algn="l">
              <a:defRPr sz="1275" b="1">
                <a:solidFill>
                  <a:srgbClr val="A0E4C9"/>
                </a:solidFill>
                <a:latin typeface="Helvetica Neue"/>
                <a:ea typeface="Helvetica Neue"/>
                <a:cs typeface="Helvetica Neue"/>
              </a:defRPr>
            </a:lvl6pPr>
            <a:lvl7pPr algn="l">
              <a:defRPr sz="1275" b="1">
                <a:solidFill>
                  <a:srgbClr val="A0E4C9"/>
                </a:solidFill>
                <a:latin typeface="Helvetica Neue"/>
                <a:ea typeface="Helvetica Neue"/>
                <a:cs typeface="Helvetica Neue"/>
              </a:defRPr>
            </a:lvl7pPr>
            <a:lvl8pPr algn="l">
              <a:defRPr sz="1275" b="1">
                <a:solidFill>
                  <a:srgbClr val="A0E4C9"/>
                </a:solidFill>
                <a:latin typeface="Helvetica Neue"/>
                <a:ea typeface="Helvetica Neue"/>
                <a:cs typeface="Helvetica Neue"/>
              </a:defRPr>
            </a:lvl8pPr>
            <a:lvl9pPr algn="l">
              <a:defRPr sz="1275" b="1">
                <a:solidFill>
                  <a:srgbClr val="A0E4C9"/>
                </a:solidFill>
                <a:latin typeface="Helvetica Neue"/>
                <a:ea typeface="Helvetica Neue"/>
                <a:cs typeface="Helvetica Neue"/>
              </a:defRPr>
            </a:lvl9pPr>
          </a:lstStyle>
          <a:p xmlns:a="http://schemas.openxmlformats.org/drawingml/2006/main">
            <a:pPr algn="l">
              <a:defRPr sz="1275" b="1">
                <a:solidFill>
                  <a:srgbClr val="A0E4C9"/>
                </a:solidFill>
                <a:latin typeface="Helvetica Neue"/>
                <a:ea typeface="Helvetica Neue"/>
                <a:cs typeface="Helvetica Neue"/>
              </a:defRPr>
            </a:pPr>
            <a:r>
              <a:rPr sz="1275" b="1">
                <a:solidFill>
                  <a:srgbClr val="A0E4C9"/>
                </a:solidFill>
                <a:latin typeface="Helvetica Neue"/>
                <a:ea typeface="Helvetica Neue"/>
                <a:cs typeface="Helvetica Neue"/>
              </a:rPr>
              <a:t>Kiçik universitet də qalib ola bilər: reytinq say yox, aktiv üzvlərin orta həftəlik XP-si ilə hesablanır.</a:t>
            </a:r>
          </a:p>
        </p:txBody>
      </p:sp>
    </p:spTree>
    <p:extLst>
      <p:ext uri="{BB962C8B-B14F-4D97-AF65-F5344CB8AC3E}">
        <p14:creationId xmlns:p14="http://schemas.microsoft.com/office/powerpoint/2010/main" val="517437043"/>
      </p:ext>
    </p:extLst>
  </p:cSld>
</p:sld>
</file>

<file path=ppt/slides/slide6.xml><?xml version="1.0" encoding="utf-8"?>
<p:sld xmlns:p="http://schemas.openxmlformats.org/presentationml/2006/main">
  <p:cSld>
    <p:bg>
      <p:bgPr>
        <a:solidFill xmlns:a="http://schemas.openxmlformats.org/drawingml/2006/main">
          <a:srgbClr val="080C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7FD74FE-1953-4D35-92A1-8541619037C6}"/>
              </a:ext>
            </a:extLst>
          </p:cNvPr>
          <p:cNvSpPr>
            <a:spLocks xmlns:a="http://schemas.openxmlformats.org/drawingml/2006/main" noGrp="1"/>
          </p:cNvSpPr>
          <p:nvPr/>
        </p:nvSpPr>
        <p:spPr>
          <a:xfrm xmlns:a="http://schemas.openxmlformats.org/drawingml/2006/main">
            <a:off x="609600" y="323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E4C9"/>
                </a:solidFill>
                <a:latin typeface="Helvetica Neue"/>
                <a:ea typeface="Helvetica Neue"/>
                <a:cs typeface="Helvetica Neue"/>
              </a:defRPr>
            </a:defPPr>
            <a:lvl1pPr algn="l">
              <a:defRPr sz="1125" b="1">
                <a:solidFill>
                  <a:srgbClr val="A0E4C9"/>
                </a:solidFill>
                <a:latin typeface="Helvetica Neue"/>
                <a:ea typeface="Helvetica Neue"/>
                <a:cs typeface="Helvetica Neue"/>
              </a:defRPr>
            </a:lvl1pPr>
            <a:lvl2pPr algn="l">
              <a:defRPr sz="1125" b="1">
                <a:solidFill>
                  <a:srgbClr val="A0E4C9"/>
                </a:solidFill>
                <a:latin typeface="Helvetica Neue"/>
                <a:ea typeface="Helvetica Neue"/>
                <a:cs typeface="Helvetica Neue"/>
              </a:defRPr>
            </a:lvl2pPr>
            <a:lvl3pPr algn="l">
              <a:defRPr sz="1125" b="1">
                <a:solidFill>
                  <a:srgbClr val="A0E4C9"/>
                </a:solidFill>
                <a:latin typeface="Helvetica Neue"/>
                <a:ea typeface="Helvetica Neue"/>
                <a:cs typeface="Helvetica Neue"/>
              </a:defRPr>
            </a:lvl3pPr>
            <a:lvl4pPr algn="l">
              <a:defRPr sz="1125" b="1">
                <a:solidFill>
                  <a:srgbClr val="A0E4C9"/>
                </a:solidFill>
                <a:latin typeface="Helvetica Neue"/>
                <a:ea typeface="Helvetica Neue"/>
                <a:cs typeface="Helvetica Neue"/>
              </a:defRPr>
            </a:lvl4pPr>
            <a:lvl5pPr algn="l">
              <a:defRPr sz="1125" b="1">
                <a:solidFill>
                  <a:srgbClr val="A0E4C9"/>
                </a:solidFill>
                <a:latin typeface="Helvetica Neue"/>
                <a:ea typeface="Helvetica Neue"/>
                <a:cs typeface="Helvetica Neue"/>
              </a:defRPr>
            </a:lvl5pPr>
            <a:lvl6pPr algn="l">
              <a:defRPr sz="1125" b="1">
                <a:solidFill>
                  <a:srgbClr val="A0E4C9"/>
                </a:solidFill>
                <a:latin typeface="Helvetica Neue"/>
                <a:ea typeface="Helvetica Neue"/>
                <a:cs typeface="Helvetica Neue"/>
              </a:defRPr>
            </a:lvl6pPr>
            <a:lvl7pPr algn="l">
              <a:defRPr sz="1125" b="1">
                <a:solidFill>
                  <a:srgbClr val="A0E4C9"/>
                </a:solidFill>
                <a:latin typeface="Helvetica Neue"/>
                <a:ea typeface="Helvetica Neue"/>
                <a:cs typeface="Helvetica Neue"/>
              </a:defRPr>
            </a:lvl7pPr>
            <a:lvl8pPr algn="l">
              <a:defRPr sz="1125" b="1">
                <a:solidFill>
                  <a:srgbClr val="A0E4C9"/>
                </a:solidFill>
                <a:latin typeface="Helvetica Neue"/>
                <a:ea typeface="Helvetica Neue"/>
                <a:cs typeface="Helvetica Neue"/>
              </a:defRPr>
            </a:lvl8pPr>
            <a:lvl9pPr algn="l">
              <a:defRPr sz="1125" b="1">
                <a:solidFill>
                  <a:srgbClr val="A0E4C9"/>
                </a:solidFill>
                <a:latin typeface="Helvetica Neue"/>
                <a:ea typeface="Helvetica Neue"/>
                <a:cs typeface="Helvetica Neue"/>
              </a:defRPr>
            </a:lvl9pPr>
          </a:lstStyle>
          <a:p xmlns:a="http://schemas.openxmlformats.org/drawingml/2006/main">
            <a:pPr algn="l">
              <a:defRPr sz="1125" b="1">
                <a:solidFill>
                  <a:srgbClr val="A0E4C9"/>
                </a:solidFill>
                <a:latin typeface="Helvetica Neue"/>
                <a:ea typeface="Helvetica Neue"/>
                <a:cs typeface="Helvetica Neue"/>
              </a:defRPr>
            </a:pPr>
            <a:r>
              <a:rPr sz="1125" b="1">
                <a:solidFill>
                  <a:srgbClr val="A0E4C9"/>
                </a:solidFill>
                <a:latin typeface="Helvetica Neue"/>
                <a:ea typeface="Helvetica Neue"/>
                <a:cs typeface="Helvetica Neue"/>
              </a:rPr>
              <a:t>ÇIRAQ</a:t>
            </a:r>
          </a:p>
        </p:txBody>
      </p:sp>
      <p:sp>
        <p:nvSpPr>
          <p:cNvPr id="2" name="">
            <a:extLst xmlns:a="http://schemas.openxmlformats.org/drawingml/2006/main">
              <a:ext uri="{FF2B5EF4-FFF2-40B4-BE49-F238E27FC236}">
                <a16:creationId xmlns:a16="http://schemas.microsoft.com/office/drawing/2014/main" id="{848650C4-3E09-4DD8-94C4-DA6E76D25233}"/>
              </a:ext>
            </a:extLst>
          </p:cNvPr>
          <p:cNvSpPr>
            <a:spLocks xmlns:a="http://schemas.openxmlformats.org/drawingml/2006/main" noGrp="1"/>
          </p:cNvSpPr>
          <p:nvPr/>
        </p:nvSpPr>
        <p:spPr>
          <a:xfrm xmlns:a="http://schemas.openxmlformats.org/drawingml/2006/main">
            <a:off x="609600" y="7524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F7F5FF"/>
                </a:solidFill>
                <a:latin typeface="Helvetica Neue"/>
                <a:ea typeface="Helvetica Neue"/>
                <a:cs typeface="Helvetica Neue"/>
              </a:defRPr>
            </a:defPPr>
            <a:lvl1pPr algn="l">
              <a:defRPr sz="2925" b="1">
                <a:solidFill>
                  <a:srgbClr val="F7F5FF"/>
                </a:solidFill>
                <a:latin typeface="Helvetica Neue"/>
                <a:ea typeface="Helvetica Neue"/>
                <a:cs typeface="Helvetica Neue"/>
              </a:defRPr>
            </a:lvl1pPr>
            <a:lvl2pPr algn="l">
              <a:defRPr sz="2925" b="1">
                <a:solidFill>
                  <a:srgbClr val="F7F5FF"/>
                </a:solidFill>
                <a:latin typeface="Helvetica Neue"/>
                <a:ea typeface="Helvetica Neue"/>
                <a:cs typeface="Helvetica Neue"/>
              </a:defRPr>
            </a:lvl2pPr>
            <a:lvl3pPr algn="l">
              <a:defRPr sz="2925" b="1">
                <a:solidFill>
                  <a:srgbClr val="F7F5FF"/>
                </a:solidFill>
                <a:latin typeface="Helvetica Neue"/>
                <a:ea typeface="Helvetica Neue"/>
                <a:cs typeface="Helvetica Neue"/>
              </a:defRPr>
            </a:lvl3pPr>
            <a:lvl4pPr algn="l">
              <a:defRPr sz="2925" b="1">
                <a:solidFill>
                  <a:srgbClr val="F7F5FF"/>
                </a:solidFill>
                <a:latin typeface="Helvetica Neue"/>
                <a:ea typeface="Helvetica Neue"/>
                <a:cs typeface="Helvetica Neue"/>
              </a:defRPr>
            </a:lvl4pPr>
            <a:lvl5pPr algn="l">
              <a:defRPr sz="2925" b="1">
                <a:solidFill>
                  <a:srgbClr val="F7F5FF"/>
                </a:solidFill>
                <a:latin typeface="Helvetica Neue"/>
                <a:ea typeface="Helvetica Neue"/>
                <a:cs typeface="Helvetica Neue"/>
              </a:defRPr>
            </a:lvl5pPr>
            <a:lvl6pPr algn="l">
              <a:defRPr sz="2925" b="1">
                <a:solidFill>
                  <a:srgbClr val="F7F5FF"/>
                </a:solidFill>
                <a:latin typeface="Helvetica Neue"/>
                <a:ea typeface="Helvetica Neue"/>
                <a:cs typeface="Helvetica Neue"/>
              </a:defRPr>
            </a:lvl6pPr>
            <a:lvl7pPr algn="l">
              <a:defRPr sz="2925" b="1">
                <a:solidFill>
                  <a:srgbClr val="F7F5FF"/>
                </a:solidFill>
                <a:latin typeface="Helvetica Neue"/>
                <a:ea typeface="Helvetica Neue"/>
                <a:cs typeface="Helvetica Neue"/>
              </a:defRPr>
            </a:lvl7pPr>
            <a:lvl8pPr algn="l">
              <a:defRPr sz="2925" b="1">
                <a:solidFill>
                  <a:srgbClr val="F7F5FF"/>
                </a:solidFill>
                <a:latin typeface="Helvetica Neue"/>
                <a:ea typeface="Helvetica Neue"/>
                <a:cs typeface="Helvetica Neue"/>
              </a:defRPr>
            </a:lvl8pPr>
            <a:lvl9pPr algn="l">
              <a:defRPr sz="2925" b="1">
                <a:solidFill>
                  <a:srgbClr val="F7F5FF"/>
                </a:solidFill>
                <a:latin typeface="Helvetica Neue"/>
                <a:ea typeface="Helvetica Neue"/>
                <a:cs typeface="Helvetica Neue"/>
              </a:defRPr>
            </a:lvl9pPr>
          </a:lstStyle>
          <a:p xmlns:a="http://schemas.openxmlformats.org/drawingml/2006/main">
            <a:pPr algn="l">
              <a:defRPr sz="2925" b="1">
                <a:solidFill>
                  <a:srgbClr val="F7F5FF"/>
                </a:solidFill>
                <a:latin typeface="Helvetica Neue"/>
                <a:ea typeface="Helvetica Neue"/>
                <a:cs typeface="Helvetica Neue"/>
              </a:defRPr>
            </a:pPr>
            <a:r>
              <a:rPr sz="2925" b="1">
                <a:solidFill>
                  <a:srgbClr val="F7F5FF"/>
                </a:solidFill>
                <a:latin typeface="Helvetica Neue"/>
                <a:ea typeface="Helvetica Neue"/>
                <a:cs typeface="Helvetica Neue"/>
              </a:rPr>
              <a:t>Biznes imkanı var; gəlir hələ aktiv deyil</a:t>
            </a:r>
          </a:p>
        </p:txBody>
      </p:sp>
      <p:sp>
        <p:nvSpPr>
          <p:cNvPr id="3" name="">
            <a:extLst xmlns:a="http://schemas.openxmlformats.org/drawingml/2006/main">
              <a:ext uri="{FF2B5EF4-FFF2-40B4-BE49-F238E27FC236}">
                <a16:creationId xmlns:a16="http://schemas.microsoft.com/office/drawing/2014/main" id="{2BF2DACB-C056-40E6-9A15-A04433B13DF5}"/>
              </a:ext>
            </a:extLst>
          </p:cNvPr>
          <p:cNvSpPr>
            <a:spLocks xmlns:a="http://schemas.openxmlformats.org/drawingml/2006/main" noGrp="1"/>
          </p:cNvSpPr>
          <p:nvPr/>
        </p:nvSpPr>
        <p:spPr>
          <a:xfrm xmlns:a="http://schemas.openxmlformats.org/drawingml/2006/main">
            <a:off x="609600" y="138112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Tərəfdaşlıq qurulmadan komissiya və sponsor gəliri iddia etmirik.</a:t>
            </a:r>
          </a:p>
        </p:txBody>
      </p:sp>
      <p:sp>
        <p:nvSpPr>
          <p:cNvPr id="4" name="">
            <a:extLst xmlns:a="http://schemas.openxmlformats.org/drawingml/2006/main">
              <a:ext uri="{FF2B5EF4-FFF2-40B4-BE49-F238E27FC236}">
                <a16:creationId xmlns:a16="http://schemas.microsoft.com/office/drawing/2014/main" id="{3313BB9D-C5E0-45C9-898F-9EB906765EE8}"/>
              </a:ext>
            </a:extLst>
          </p:cNvPr>
          <p:cNvSpPr>
            <a:spLocks xmlns:a="http://schemas.openxmlformats.org/drawingml/2006/main" noGrp="1"/>
          </p:cNvSpPr>
          <p:nvPr/>
        </p:nvSpPr>
        <p:spPr>
          <a:xfrm xmlns:a="http://schemas.openxmlformats.org/drawingml/2006/main">
            <a:off x="609600" y="1924050"/>
            <a:ext cx="552450" cy="38100"/>
          </a:xfrm>
          <a:prstGeom xmlns:a="http://schemas.openxmlformats.org/drawingml/2006/main" prst="rect">
            <a:avLst/>
          </a:prstGeom>
          <a:solidFill xmlns:a="http://schemas.openxmlformats.org/drawingml/2006/main">
            <a:srgbClr val="F5B9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5D2FE8-AD18-42C6-8B8B-79A185A9CA3E}"/>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0AC206A-E613-47D2-A257-8FB4A570DECA}"/>
              </a:ext>
            </a:extLst>
          </p:cNvPr>
          <p:cNvSpPr>
            <a:spLocks xmlns:a="http://schemas.openxmlformats.org/drawingml/2006/main" noGrp="1"/>
          </p:cNvSpPr>
          <p:nvPr/>
        </p:nvSpPr>
        <p:spPr>
          <a:xfrm xmlns:a="http://schemas.openxmlformats.org/drawingml/2006/main">
            <a:off x="609600" y="65151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0ACC9"/>
                </a:solidFill>
                <a:latin typeface="Helvetica Neue"/>
                <a:ea typeface="Helvetica Neue"/>
                <a:cs typeface="Helvetica Neue"/>
              </a:defRPr>
            </a:defPPr>
            <a:lvl1pPr algn="l">
              <a:defRPr sz="900" b="1">
                <a:solidFill>
                  <a:srgbClr val="B0ACC9"/>
                </a:solidFill>
                <a:latin typeface="Helvetica Neue"/>
                <a:ea typeface="Helvetica Neue"/>
                <a:cs typeface="Helvetica Neue"/>
              </a:defRPr>
            </a:lvl1pPr>
            <a:lvl2pPr algn="l">
              <a:defRPr sz="900" b="1">
                <a:solidFill>
                  <a:srgbClr val="B0ACC9"/>
                </a:solidFill>
                <a:latin typeface="Helvetica Neue"/>
                <a:ea typeface="Helvetica Neue"/>
                <a:cs typeface="Helvetica Neue"/>
              </a:defRPr>
            </a:lvl2pPr>
            <a:lvl3pPr algn="l">
              <a:defRPr sz="900" b="1">
                <a:solidFill>
                  <a:srgbClr val="B0ACC9"/>
                </a:solidFill>
                <a:latin typeface="Helvetica Neue"/>
                <a:ea typeface="Helvetica Neue"/>
                <a:cs typeface="Helvetica Neue"/>
              </a:defRPr>
            </a:lvl3pPr>
            <a:lvl4pPr algn="l">
              <a:defRPr sz="900" b="1">
                <a:solidFill>
                  <a:srgbClr val="B0ACC9"/>
                </a:solidFill>
                <a:latin typeface="Helvetica Neue"/>
                <a:ea typeface="Helvetica Neue"/>
                <a:cs typeface="Helvetica Neue"/>
              </a:defRPr>
            </a:lvl4pPr>
            <a:lvl5pPr algn="l">
              <a:defRPr sz="900" b="1">
                <a:solidFill>
                  <a:srgbClr val="B0ACC9"/>
                </a:solidFill>
                <a:latin typeface="Helvetica Neue"/>
                <a:ea typeface="Helvetica Neue"/>
                <a:cs typeface="Helvetica Neue"/>
              </a:defRPr>
            </a:lvl5pPr>
            <a:lvl6pPr algn="l">
              <a:defRPr sz="900" b="1">
                <a:solidFill>
                  <a:srgbClr val="B0ACC9"/>
                </a:solidFill>
                <a:latin typeface="Helvetica Neue"/>
                <a:ea typeface="Helvetica Neue"/>
                <a:cs typeface="Helvetica Neue"/>
              </a:defRPr>
            </a:lvl6pPr>
            <a:lvl7pPr algn="l">
              <a:defRPr sz="900" b="1">
                <a:solidFill>
                  <a:srgbClr val="B0ACC9"/>
                </a:solidFill>
                <a:latin typeface="Helvetica Neue"/>
                <a:ea typeface="Helvetica Neue"/>
                <a:cs typeface="Helvetica Neue"/>
              </a:defRPr>
            </a:lvl7pPr>
            <a:lvl8pPr algn="l">
              <a:defRPr sz="900" b="1">
                <a:solidFill>
                  <a:srgbClr val="B0ACC9"/>
                </a:solidFill>
                <a:latin typeface="Helvetica Neue"/>
                <a:ea typeface="Helvetica Neue"/>
                <a:cs typeface="Helvetica Neue"/>
              </a:defRPr>
            </a:lvl8pPr>
            <a:lvl9pPr algn="l">
              <a:defRPr sz="900" b="1">
                <a:solidFill>
                  <a:srgbClr val="B0ACC9"/>
                </a:solidFill>
                <a:latin typeface="Helvetica Neue"/>
                <a:ea typeface="Helvetica Neue"/>
                <a:cs typeface="Helvetica Neue"/>
              </a:defRPr>
            </a:lvl9pPr>
          </a:lstStyle>
          <a:p xmlns:a="http://schemas.openxmlformats.org/drawingml/2006/main">
            <a:pPr algn="l">
              <a:defRPr sz="900" b="1">
                <a:solidFill>
                  <a:srgbClr val="B0ACC9"/>
                </a:solidFill>
                <a:latin typeface="Helvetica Neue"/>
                <a:ea typeface="Helvetica Neue"/>
                <a:cs typeface="Helvetica Neue"/>
              </a:defRPr>
            </a:pPr>
            <a:r>
              <a:rPr sz="900" b="1">
                <a:solidFill>
                  <a:srgbClr val="B0ACC9"/>
                </a:solidFill>
                <a:latin typeface="Helvetica Neue"/>
                <a:ea typeface="Helvetica Neue"/>
                <a:cs typeface="Helvetica Neue"/>
              </a:rPr>
              <a:t>ÇIRAQ  ·  MUZEYƏ GEDƏN MACƏRA</a:t>
            </a:r>
          </a:p>
        </p:txBody>
      </p:sp>
      <p:sp>
        <p:nvSpPr>
          <p:cNvPr id="7" name="">
            <a:extLst xmlns:a="http://schemas.openxmlformats.org/drawingml/2006/main">
              <a:ext uri="{FF2B5EF4-FFF2-40B4-BE49-F238E27FC236}">
                <a16:creationId xmlns:a16="http://schemas.microsoft.com/office/drawing/2014/main" id="{3BF41CEA-C7EE-4729-82F8-83C5003A93D6}"/>
              </a:ext>
            </a:extLst>
          </p:cNvPr>
          <p:cNvSpPr>
            <a:spLocks xmlns:a="http://schemas.openxmlformats.org/drawingml/2006/main" noGrp="1"/>
          </p:cNvSpPr>
          <p:nvPr/>
        </p:nvSpPr>
        <p:spPr>
          <a:xfrm xmlns:a="http://schemas.openxmlformats.org/drawingml/2006/main">
            <a:off x="10572750" y="64865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A0E4C9"/>
                </a:solidFill>
                <a:latin typeface="Helvetica Neue"/>
                <a:ea typeface="Helvetica Neue"/>
                <a:cs typeface="Helvetica Neue"/>
              </a:defRPr>
            </a:defPPr>
            <a:lvl1pPr algn="r">
              <a:defRPr sz="975" b="1">
                <a:solidFill>
                  <a:srgbClr val="A0E4C9"/>
                </a:solidFill>
                <a:latin typeface="Helvetica Neue"/>
                <a:ea typeface="Helvetica Neue"/>
                <a:cs typeface="Helvetica Neue"/>
              </a:defRPr>
            </a:lvl1pPr>
            <a:lvl2pPr algn="r">
              <a:defRPr sz="975" b="1">
                <a:solidFill>
                  <a:srgbClr val="A0E4C9"/>
                </a:solidFill>
                <a:latin typeface="Helvetica Neue"/>
                <a:ea typeface="Helvetica Neue"/>
                <a:cs typeface="Helvetica Neue"/>
              </a:defRPr>
            </a:lvl2pPr>
            <a:lvl3pPr algn="r">
              <a:defRPr sz="975" b="1">
                <a:solidFill>
                  <a:srgbClr val="A0E4C9"/>
                </a:solidFill>
                <a:latin typeface="Helvetica Neue"/>
                <a:ea typeface="Helvetica Neue"/>
                <a:cs typeface="Helvetica Neue"/>
              </a:defRPr>
            </a:lvl3pPr>
            <a:lvl4pPr algn="r">
              <a:defRPr sz="975" b="1">
                <a:solidFill>
                  <a:srgbClr val="A0E4C9"/>
                </a:solidFill>
                <a:latin typeface="Helvetica Neue"/>
                <a:ea typeface="Helvetica Neue"/>
                <a:cs typeface="Helvetica Neue"/>
              </a:defRPr>
            </a:lvl4pPr>
            <a:lvl5pPr algn="r">
              <a:defRPr sz="975" b="1">
                <a:solidFill>
                  <a:srgbClr val="A0E4C9"/>
                </a:solidFill>
                <a:latin typeface="Helvetica Neue"/>
                <a:ea typeface="Helvetica Neue"/>
                <a:cs typeface="Helvetica Neue"/>
              </a:defRPr>
            </a:lvl5pPr>
            <a:lvl6pPr algn="r">
              <a:defRPr sz="975" b="1">
                <a:solidFill>
                  <a:srgbClr val="A0E4C9"/>
                </a:solidFill>
                <a:latin typeface="Helvetica Neue"/>
                <a:ea typeface="Helvetica Neue"/>
                <a:cs typeface="Helvetica Neue"/>
              </a:defRPr>
            </a:lvl6pPr>
            <a:lvl7pPr algn="r">
              <a:defRPr sz="975" b="1">
                <a:solidFill>
                  <a:srgbClr val="A0E4C9"/>
                </a:solidFill>
                <a:latin typeface="Helvetica Neue"/>
                <a:ea typeface="Helvetica Neue"/>
                <a:cs typeface="Helvetica Neue"/>
              </a:defRPr>
            </a:lvl7pPr>
            <a:lvl8pPr algn="r">
              <a:defRPr sz="975" b="1">
                <a:solidFill>
                  <a:srgbClr val="A0E4C9"/>
                </a:solidFill>
                <a:latin typeface="Helvetica Neue"/>
                <a:ea typeface="Helvetica Neue"/>
                <a:cs typeface="Helvetica Neue"/>
              </a:defRPr>
            </a:lvl8pPr>
            <a:lvl9pPr algn="r">
              <a:defRPr sz="975" b="1">
                <a:solidFill>
                  <a:srgbClr val="A0E4C9"/>
                </a:solidFill>
                <a:latin typeface="Helvetica Neue"/>
                <a:ea typeface="Helvetica Neue"/>
                <a:cs typeface="Helvetica Neue"/>
              </a:defRPr>
            </a:lvl9pPr>
          </a:lstStyle>
          <a:p xmlns:a="http://schemas.openxmlformats.org/drawingml/2006/main">
            <a:pPr algn="r">
              <a:defRPr sz="975" b="1">
                <a:solidFill>
                  <a:srgbClr val="A0E4C9"/>
                </a:solidFill>
                <a:latin typeface="Helvetica Neue"/>
                <a:ea typeface="Helvetica Neue"/>
                <a:cs typeface="Helvetica Neue"/>
              </a:defRPr>
            </a:pPr>
            <a:r>
              <a:rPr sz="975" b="1">
                <a:solidFill>
                  <a:srgbClr val="A0E4C9"/>
                </a:solidFill>
                <a:latin typeface="Helvetica Neue"/>
                <a:ea typeface="Helvetica Neue"/>
                <a:cs typeface="Helvetica Neue"/>
              </a:rPr>
              <a:t>06 / 07</a:t>
            </a:r>
          </a:p>
        </p:txBody>
      </p:sp>
      <p:sp>
        <p:nvSpPr>
          <p:cNvPr id="8" name="">
            <a:extLst xmlns:a="http://schemas.openxmlformats.org/drawingml/2006/main">
              <a:ext uri="{FF2B5EF4-FFF2-40B4-BE49-F238E27FC236}">
                <a16:creationId xmlns:a16="http://schemas.microsoft.com/office/drawing/2014/main" id="{23CE3CA0-C29A-4052-9257-BC23FD5320A4}"/>
              </a:ext>
            </a:extLst>
          </p:cNvPr>
          <p:cNvSpPr>
            <a:spLocks xmlns:a="http://schemas.openxmlformats.org/drawingml/2006/main" noGrp="1"/>
          </p:cNvSpPr>
          <p:nvPr/>
        </p:nvSpPr>
        <p:spPr>
          <a:xfrm xmlns:a="http://schemas.openxmlformats.org/drawingml/2006/main">
            <a:off x="781050" y="23622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0E4C9"/>
                </a:solidFill>
                <a:latin typeface="Helvetica Neue"/>
                <a:ea typeface="Helvetica Neue"/>
                <a:cs typeface="Helvetica Neue"/>
              </a:defRPr>
            </a:defPPr>
            <a:lvl1pPr algn="l">
              <a:defRPr sz="1050" b="1">
                <a:solidFill>
                  <a:srgbClr val="A0E4C9"/>
                </a:solidFill>
                <a:latin typeface="Helvetica Neue"/>
                <a:ea typeface="Helvetica Neue"/>
                <a:cs typeface="Helvetica Neue"/>
              </a:defRPr>
            </a:lvl1pPr>
            <a:lvl2pPr algn="l">
              <a:defRPr sz="1050" b="1">
                <a:solidFill>
                  <a:srgbClr val="A0E4C9"/>
                </a:solidFill>
                <a:latin typeface="Helvetica Neue"/>
                <a:ea typeface="Helvetica Neue"/>
                <a:cs typeface="Helvetica Neue"/>
              </a:defRPr>
            </a:lvl2pPr>
            <a:lvl3pPr algn="l">
              <a:defRPr sz="1050" b="1">
                <a:solidFill>
                  <a:srgbClr val="A0E4C9"/>
                </a:solidFill>
                <a:latin typeface="Helvetica Neue"/>
                <a:ea typeface="Helvetica Neue"/>
                <a:cs typeface="Helvetica Neue"/>
              </a:defRPr>
            </a:lvl3pPr>
            <a:lvl4pPr algn="l">
              <a:defRPr sz="1050" b="1">
                <a:solidFill>
                  <a:srgbClr val="A0E4C9"/>
                </a:solidFill>
                <a:latin typeface="Helvetica Neue"/>
                <a:ea typeface="Helvetica Neue"/>
                <a:cs typeface="Helvetica Neue"/>
              </a:defRPr>
            </a:lvl4pPr>
            <a:lvl5pPr algn="l">
              <a:defRPr sz="1050" b="1">
                <a:solidFill>
                  <a:srgbClr val="A0E4C9"/>
                </a:solidFill>
                <a:latin typeface="Helvetica Neue"/>
                <a:ea typeface="Helvetica Neue"/>
                <a:cs typeface="Helvetica Neue"/>
              </a:defRPr>
            </a:lvl5pPr>
            <a:lvl6pPr algn="l">
              <a:defRPr sz="1050" b="1">
                <a:solidFill>
                  <a:srgbClr val="A0E4C9"/>
                </a:solidFill>
                <a:latin typeface="Helvetica Neue"/>
                <a:ea typeface="Helvetica Neue"/>
                <a:cs typeface="Helvetica Neue"/>
              </a:defRPr>
            </a:lvl6pPr>
            <a:lvl7pPr algn="l">
              <a:defRPr sz="1050" b="1">
                <a:solidFill>
                  <a:srgbClr val="A0E4C9"/>
                </a:solidFill>
                <a:latin typeface="Helvetica Neue"/>
                <a:ea typeface="Helvetica Neue"/>
                <a:cs typeface="Helvetica Neue"/>
              </a:defRPr>
            </a:lvl7pPr>
            <a:lvl8pPr algn="l">
              <a:defRPr sz="1050" b="1">
                <a:solidFill>
                  <a:srgbClr val="A0E4C9"/>
                </a:solidFill>
                <a:latin typeface="Helvetica Neue"/>
                <a:ea typeface="Helvetica Neue"/>
                <a:cs typeface="Helvetica Neue"/>
              </a:defRPr>
            </a:lvl8pPr>
            <a:lvl9pPr algn="l">
              <a:defRPr sz="1050" b="1">
                <a:solidFill>
                  <a:srgbClr val="A0E4C9"/>
                </a:solidFill>
                <a:latin typeface="Helvetica Neue"/>
                <a:ea typeface="Helvetica Neue"/>
                <a:cs typeface="Helvetica Neue"/>
              </a:defRPr>
            </a:lvl9pPr>
          </a:lstStyle>
          <a:p xmlns:a="http://schemas.openxmlformats.org/drawingml/2006/main">
            <a:pPr algn="l">
              <a:defRPr sz="1050" b="1">
                <a:solidFill>
                  <a:srgbClr val="A0E4C9"/>
                </a:solidFill>
                <a:latin typeface="Helvetica Neue"/>
                <a:ea typeface="Helvetica Neue"/>
                <a:cs typeface="Helvetica Neue"/>
              </a:defRPr>
            </a:pPr>
            <a:r>
              <a:rPr sz="1050" b="1">
                <a:solidFill>
                  <a:srgbClr val="A0E4C9"/>
                </a:solidFill>
                <a:latin typeface="Helvetica Neue"/>
                <a:ea typeface="Helvetica Neue"/>
                <a:cs typeface="Helvetica Neue"/>
              </a:rPr>
              <a:t>BU GÜN MƏHSULDA</a:t>
            </a:r>
          </a:p>
        </p:txBody>
      </p:sp>
      <p:sp>
        <p:nvSpPr>
          <p:cNvPr id="9" name="">
            <a:extLst xmlns:a="http://schemas.openxmlformats.org/drawingml/2006/main">
              <a:ext uri="{FF2B5EF4-FFF2-40B4-BE49-F238E27FC236}">
                <a16:creationId xmlns:a16="http://schemas.microsoft.com/office/drawing/2014/main" id="{05006FC8-4BDE-4706-86ED-ECAF385AF764}"/>
              </a:ext>
            </a:extLst>
          </p:cNvPr>
          <p:cNvSpPr>
            <a:spLocks xmlns:a="http://schemas.openxmlformats.org/drawingml/2006/main" noGrp="1"/>
          </p:cNvSpPr>
          <p:nvPr/>
        </p:nvSpPr>
        <p:spPr>
          <a:xfrm xmlns:a="http://schemas.openxmlformats.org/drawingml/2006/main">
            <a:off x="781050" y="27622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7F5FF"/>
                </a:solidFill>
                <a:latin typeface="Helvetica Neue"/>
                <a:ea typeface="Helvetica Neue"/>
                <a:cs typeface="Helvetica Neue"/>
              </a:defRPr>
            </a:defPPr>
            <a:lvl1pPr algn="l">
              <a:defRPr sz="1800" b="1">
                <a:solidFill>
                  <a:srgbClr val="F7F5FF"/>
                </a:solidFill>
                <a:latin typeface="Helvetica Neue"/>
                <a:ea typeface="Helvetica Neue"/>
                <a:cs typeface="Helvetica Neue"/>
              </a:defRPr>
            </a:lvl1pPr>
            <a:lvl2pPr algn="l">
              <a:defRPr sz="1800" b="1">
                <a:solidFill>
                  <a:srgbClr val="F7F5FF"/>
                </a:solidFill>
                <a:latin typeface="Helvetica Neue"/>
                <a:ea typeface="Helvetica Neue"/>
                <a:cs typeface="Helvetica Neue"/>
              </a:defRPr>
            </a:lvl2pPr>
            <a:lvl3pPr algn="l">
              <a:defRPr sz="1800" b="1">
                <a:solidFill>
                  <a:srgbClr val="F7F5FF"/>
                </a:solidFill>
                <a:latin typeface="Helvetica Neue"/>
                <a:ea typeface="Helvetica Neue"/>
                <a:cs typeface="Helvetica Neue"/>
              </a:defRPr>
            </a:lvl3pPr>
            <a:lvl4pPr algn="l">
              <a:defRPr sz="1800" b="1">
                <a:solidFill>
                  <a:srgbClr val="F7F5FF"/>
                </a:solidFill>
                <a:latin typeface="Helvetica Neue"/>
                <a:ea typeface="Helvetica Neue"/>
                <a:cs typeface="Helvetica Neue"/>
              </a:defRPr>
            </a:lvl4pPr>
            <a:lvl5pPr algn="l">
              <a:defRPr sz="1800" b="1">
                <a:solidFill>
                  <a:srgbClr val="F7F5FF"/>
                </a:solidFill>
                <a:latin typeface="Helvetica Neue"/>
                <a:ea typeface="Helvetica Neue"/>
                <a:cs typeface="Helvetica Neue"/>
              </a:defRPr>
            </a:lvl5pPr>
            <a:lvl6pPr algn="l">
              <a:defRPr sz="1800" b="1">
                <a:solidFill>
                  <a:srgbClr val="F7F5FF"/>
                </a:solidFill>
                <a:latin typeface="Helvetica Neue"/>
                <a:ea typeface="Helvetica Neue"/>
                <a:cs typeface="Helvetica Neue"/>
              </a:defRPr>
            </a:lvl6pPr>
            <a:lvl7pPr algn="l">
              <a:defRPr sz="1800" b="1">
                <a:solidFill>
                  <a:srgbClr val="F7F5FF"/>
                </a:solidFill>
                <a:latin typeface="Helvetica Neue"/>
                <a:ea typeface="Helvetica Neue"/>
                <a:cs typeface="Helvetica Neue"/>
              </a:defRPr>
            </a:lvl7pPr>
            <a:lvl8pPr algn="l">
              <a:defRPr sz="1800" b="1">
                <a:solidFill>
                  <a:srgbClr val="F7F5FF"/>
                </a:solidFill>
                <a:latin typeface="Helvetica Neue"/>
                <a:ea typeface="Helvetica Neue"/>
                <a:cs typeface="Helvetica Neue"/>
              </a:defRPr>
            </a:lvl8pPr>
            <a:lvl9pPr algn="l">
              <a:defRPr sz="1800" b="1">
                <a:solidFill>
                  <a:srgbClr val="F7F5FF"/>
                </a:solidFill>
                <a:latin typeface="Helvetica Neue"/>
                <a:ea typeface="Helvetica Neue"/>
                <a:cs typeface="Helvetica Neue"/>
              </a:defRPr>
            </a:lvl9pPr>
          </a:lstStyle>
          <a:p xmlns:a="http://schemas.openxmlformats.org/drawingml/2006/main">
            <a:pPr algn="l">
              <a:defRPr sz="1800" b="1">
                <a:solidFill>
                  <a:srgbClr val="F7F5FF"/>
                </a:solidFill>
                <a:latin typeface="Helvetica Neue"/>
                <a:ea typeface="Helvetica Neue"/>
                <a:cs typeface="Helvetica Neue"/>
              </a:defRPr>
            </a:pPr>
            <a:r>
              <a:rPr sz="1800" b="1">
                <a:solidFill>
                  <a:srgbClr val="F7F5FF"/>
                </a:solidFill>
                <a:latin typeface="Helvetica Neue"/>
                <a:ea typeface="Helvetica Neue"/>
                <a:cs typeface="Helvetica Neue"/>
              </a:rPr>
              <a:t>Xarici məkan və bilet keçidləri</a:t>
            </a:r>
          </a:p>
        </p:txBody>
      </p:sp>
      <p:sp>
        <p:nvSpPr>
          <p:cNvPr id="10" name="">
            <a:extLst xmlns:a="http://schemas.openxmlformats.org/drawingml/2006/main">
              <a:ext uri="{FF2B5EF4-FFF2-40B4-BE49-F238E27FC236}">
                <a16:creationId xmlns:a16="http://schemas.microsoft.com/office/drawing/2014/main" id="{596A02B8-3580-46E7-BF75-144B943EA8C4}"/>
              </a:ext>
            </a:extLst>
          </p:cNvPr>
          <p:cNvSpPr>
            <a:spLocks xmlns:a="http://schemas.openxmlformats.org/drawingml/2006/main" noGrp="1"/>
          </p:cNvSpPr>
          <p:nvPr/>
        </p:nvSpPr>
        <p:spPr>
          <a:xfrm xmlns:a="http://schemas.openxmlformats.org/drawingml/2006/main">
            <a:off x="781050" y="3286125"/>
            <a:ext cx="457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B0ACC9"/>
                </a:solidFill>
                <a:latin typeface="Helvetica Neue"/>
                <a:ea typeface="Helvetica Neue"/>
                <a:cs typeface="Helvetica Neue"/>
              </a:defRPr>
            </a:defPPr>
            <a:lvl1pPr algn="l">
              <a:defRPr sz="1275" b="0">
                <a:solidFill>
                  <a:srgbClr val="B0ACC9"/>
                </a:solidFill>
                <a:latin typeface="Helvetica Neue"/>
                <a:ea typeface="Helvetica Neue"/>
                <a:cs typeface="Helvetica Neue"/>
              </a:defRPr>
            </a:lvl1pPr>
            <a:lvl2pPr algn="l">
              <a:defRPr sz="1275" b="0">
                <a:solidFill>
                  <a:srgbClr val="B0ACC9"/>
                </a:solidFill>
                <a:latin typeface="Helvetica Neue"/>
                <a:ea typeface="Helvetica Neue"/>
                <a:cs typeface="Helvetica Neue"/>
              </a:defRPr>
            </a:lvl2pPr>
            <a:lvl3pPr algn="l">
              <a:defRPr sz="1275" b="0">
                <a:solidFill>
                  <a:srgbClr val="B0ACC9"/>
                </a:solidFill>
                <a:latin typeface="Helvetica Neue"/>
                <a:ea typeface="Helvetica Neue"/>
                <a:cs typeface="Helvetica Neue"/>
              </a:defRPr>
            </a:lvl3pPr>
            <a:lvl4pPr algn="l">
              <a:defRPr sz="1275" b="0">
                <a:solidFill>
                  <a:srgbClr val="B0ACC9"/>
                </a:solidFill>
                <a:latin typeface="Helvetica Neue"/>
                <a:ea typeface="Helvetica Neue"/>
                <a:cs typeface="Helvetica Neue"/>
              </a:defRPr>
            </a:lvl4pPr>
            <a:lvl5pPr algn="l">
              <a:defRPr sz="1275" b="0">
                <a:solidFill>
                  <a:srgbClr val="B0ACC9"/>
                </a:solidFill>
                <a:latin typeface="Helvetica Neue"/>
                <a:ea typeface="Helvetica Neue"/>
                <a:cs typeface="Helvetica Neue"/>
              </a:defRPr>
            </a:lvl5pPr>
            <a:lvl6pPr algn="l">
              <a:defRPr sz="1275" b="0">
                <a:solidFill>
                  <a:srgbClr val="B0ACC9"/>
                </a:solidFill>
                <a:latin typeface="Helvetica Neue"/>
                <a:ea typeface="Helvetica Neue"/>
                <a:cs typeface="Helvetica Neue"/>
              </a:defRPr>
            </a:lvl6pPr>
            <a:lvl7pPr algn="l">
              <a:defRPr sz="1275" b="0">
                <a:solidFill>
                  <a:srgbClr val="B0ACC9"/>
                </a:solidFill>
                <a:latin typeface="Helvetica Neue"/>
                <a:ea typeface="Helvetica Neue"/>
                <a:cs typeface="Helvetica Neue"/>
              </a:defRPr>
            </a:lvl7pPr>
            <a:lvl8pPr algn="l">
              <a:defRPr sz="1275" b="0">
                <a:solidFill>
                  <a:srgbClr val="B0ACC9"/>
                </a:solidFill>
                <a:latin typeface="Helvetica Neue"/>
                <a:ea typeface="Helvetica Neue"/>
                <a:cs typeface="Helvetica Neue"/>
              </a:defRPr>
            </a:lvl8pPr>
            <a:lvl9pPr algn="l">
              <a:defRPr sz="1275" b="0">
                <a:solidFill>
                  <a:srgbClr val="B0ACC9"/>
                </a:solidFill>
                <a:latin typeface="Helvetica Neue"/>
                <a:ea typeface="Helvetica Neue"/>
                <a:cs typeface="Helvetica Neue"/>
              </a:defRPr>
            </a:lvl9pPr>
          </a:lstStyle>
          <a:p xmlns:a="http://schemas.openxmlformats.org/drawingml/2006/main">
            <a:pPr algn="l">
              <a:defRPr sz="1275" b="0">
                <a:solidFill>
                  <a:srgbClr val="B0ACC9"/>
                </a:solidFill>
                <a:latin typeface="Helvetica Neue"/>
                <a:ea typeface="Helvetica Neue"/>
                <a:cs typeface="Helvetica Neue"/>
              </a:defRPr>
            </a:pPr>
            <a:r>
              <a:rPr sz="1275" b="0">
                <a:solidFill>
                  <a:srgbClr val="B0ACC9"/>
                </a:solidFill>
                <a:latin typeface="Helvetica Neue"/>
                <a:ea typeface="Helvetica Neue"/>
                <a:cs typeface="Helvetica Neue"/>
              </a:rPr>
              <a:t>Bir sıra muzeylər üçün rəsmi məlumat və bilet səhifələrinə çıxış; UTM ilə izləmə. Sponsor konfiqurasiyası mövcuddur, amma söndürülüb.</a:t>
            </a:r>
          </a:p>
        </p:txBody>
      </p:sp>
      <p:sp>
        <p:nvSpPr>
          <p:cNvPr id="11" name="">
            <a:extLst xmlns:a="http://schemas.openxmlformats.org/drawingml/2006/main">
              <a:ext uri="{FF2B5EF4-FFF2-40B4-BE49-F238E27FC236}">
                <a16:creationId xmlns:a16="http://schemas.microsoft.com/office/drawing/2014/main" id="{A6E4585A-60C6-465F-9DA1-A9253E3F9FD4}"/>
              </a:ext>
            </a:extLst>
          </p:cNvPr>
          <p:cNvSpPr>
            <a:spLocks xmlns:a="http://schemas.openxmlformats.org/drawingml/2006/main" noGrp="1"/>
          </p:cNvSpPr>
          <p:nvPr/>
        </p:nvSpPr>
        <p:spPr>
          <a:xfrm xmlns:a="http://schemas.openxmlformats.org/drawingml/2006/main">
            <a:off x="781050" y="44386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5B942"/>
                </a:solidFill>
                <a:latin typeface="Helvetica Neue"/>
                <a:ea typeface="Helvetica Neue"/>
                <a:cs typeface="Helvetica Neue"/>
              </a:defRPr>
            </a:defPPr>
            <a:lvl1pPr algn="l">
              <a:defRPr sz="1275" b="1">
                <a:solidFill>
                  <a:srgbClr val="F5B942"/>
                </a:solidFill>
                <a:latin typeface="Helvetica Neue"/>
                <a:ea typeface="Helvetica Neue"/>
                <a:cs typeface="Helvetica Neue"/>
              </a:defRPr>
            </a:lvl1pPr>
            <a:lvl2pPr algn="l">
              <a:defRPr sz="1275" b="1">
                <a:solidFill>
                  <a:srgbClr val="F5B942"/>
                </a:solidFill>
                <a:latin typeface="Helvetica Neue"/>
                <a:ea typeface="Helvetica Neue"/>
                <a:cs typeface="Helvetica Neue"/>
              </a:defRPr>
            </a:lvl2pPr>
            <a:lvl3pPr algn="l">
              <a:defRPr sz="1275" b="1">
                <a:solidFill>
                  <a:srgbClr val="F5B942"/>
                </a:solidFill>
                <a:latin typeface="Helvetica Neue"/>
                <a:ea typeface="Helvetica Neue"/>
                <a:cs typeface="Helvetica Neue"/>
              </a:defRPr>
            </a:lvl3pPr>
            <a:lvl4pPr algn="l">
              <a:defRPr sz="1275" b="1">
                <a:solidFill>
                  <a:srgbClr val="F5B942"/>
                </a:solidFill>
                <a:latin typeface="Helvetica Neue"/>
                <a:ea typeface="Helvetica Neue"/>
                <a:cs typeface="Helvetica Neue"/>
              </a:defRPr>
            </a:lvl4pPr>
            <a:lvl5pPr algn="l">
              <a:defRPr sz="1275" b="1">
                <a:solidFill>
                  <a:srgbClr val="F5B942"/>
                </a:solidFill>
                <a:latin typeface="Helvetica Neue"/>
                <a:ea typeface="Helvetica Neue"/>
                <a:cs typeface="Helvetica Neue"/>
              </a:defRPr>
            </a:lvl5pPr>
            <a:lvl6pPr algn="l">
              <a:defRPr sz="1275" b="1">
                <a:solidFill>
                  <a:srgbClr val="F5B942"/>
                </a:solidFill>
                <a:latin typeface="Helvetica Neue"/>
                <a:ea typeface="Helvetica Neue"/>
                <a:cs typeface="Helvetica Neue"/>
              </a:defRPr>
            </a:lvl6pPr>
            <a:lvl7pPr algn="l">
              <a:defRPr sz="1275" b="1">
                <a:solidFill>
                  <a:srgbClr val="F5B942"/>
                </a:solidFill>
                <a:latin typeface="Helvetica Neue"/>
                <a:ea typeface="Helvetica Neue"/>
                <a:cs typeface="Helvetica Neue"/>
              </a:defRPr>
            </a:lvl7pPr>
            <a:lvl8pPr algn="l">
              <a:defRPr sz="1275" b="1">
                <a:solidFill>
                  <a:srgbClr val="F5B942"/>
                </a:solidFill>
                <a:latin typeface="Helvetica Neue"/>
                <a:ea typeface="Helvetica Neue"/>
                <a:cs typeface="Helvetica Neue"/>
              </a:defRPr>
            </a:lvl8pPr>
            <a:lvl9pPr algn="l">
              <a:defRPr sz="1275" b="1">
                <a:solidFill>
                  <a:srgbClr val="F5B942"/>
                </a:solidFill>
                <a:latin typeface="Helvetica Neue"/>
                <a:ea typeface="Helvetica Neue"/>
                <a:cs typeface="Helvetica Neue"/>
              </a:defRPr>
            </a:lvl9pPr>
          </a:lstStyle>
          <a:p xmlns:a="http://schemas.openxmlformats.org/drawingml/2006/main">
            <a:pPr algn="l">
              <a:defRPr sz="1275" b="1">
                <a:solidFill>
                  <a:srgbClr val="F5B942"/>
                </a:solidFill>
                <a:latin typeface="Helvetica Neue"/>
                <a:ea typeface="Helvetica Neue"/>
                <a:cs typeface="Helvetica Neue"/>
              </a:defRPr>
            </a:pPr>
            <a:r>
              <a:rPr sz="1275" b="1">
                <a:solidFill>
                  <a:srgbClr val="F5B942"/>
                </a:solidFill>
                <a:latin typeface="Helvetica Neue"/>
                <a:ea typeface="Helvetica Neue"/>
                <a:cs typeface="Helvetica Neue"/>
              </a:rPr>
              <a:t>Biletli kimi konfiqurasiya olunan məkanlarda tapşırığa +20 XP bonus verilir.</a:t>
            </a:r>
          </a:p>
        </p:txBody>
      </p:sp>
      <p:sp>
        <p:nvSpPr>
          <p:cNvPr id="12" name="">
            <a:extLst xmlns:a="http://schemas.openxmlformats.org/drawingml/2006/main">
              <a:ext uri="{FF2B5EF4-FFF2-40B4-BE49-F238E27FC236}">
                <a16:creationId xmlns:a16="http://schemas.microsoft.com/office/drawing/2014/main" id="{00C95E2E-A396-450B-9360-16E8E60A3B73}"/>
              </a:ext>
            </a:extLst>
          </p:cNvPr>
          <p:cNvSpPr>
            <a:spLocks xmlns:a="http://schemas.openxmlformats.org/drawingml/2006/main" noGrp="1"/>
          </p:cNvSpPr>
          <p:nvPr/>
        </p:nvSpPr>
        <p:spPr>
          <a:xfrm xmlns:a="http://schemas.openxmlformats.org/drawingml/2006/main">
            <a:off x="5953125" y="2352675"/>
            <a:ext cx="9525" cy="3067050"/>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ABFB0C8-3A53-4CB7-9B0C-B005E6A69F02}"/>
              </a:ext>
            </a:extLst>
          </p:cNvPr>
          <p:cNvSpPr>
            <a:spLocks xmlns:a="http://schemas.openxmlformats.org/drawingml/2006/main" noGrp="1"/>
          </p:cNvSpPr>
          <p:nvPr/>
        </p:nvSpPr>
        <p:spPr>
          <a:xfrm xmlns:a="http://schemas.openxmlformats.org/drawingml/2006/main">
            <a:off x="6534150" y="2362200"/>
            <a:ext cx="452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B942"/>
                </a:solidFill>
                <a:latin typeface="Helvetica Neue"/>
                <a:ea typeface="Helvetica Neue"/>
                <a:cs typeface="Helvetica Neue"/>
              </a:defRPr>
            </a:defPPr>
            <a:lvl1pPr algn="l">
              <a:defRPr sz="1050" b="1">
                <a:solidFill>
                  <a:srgbClr val="F5B942"/>
                </a:solidFill>
                <a:latin typeface="Helvetica Neue"/>
                <a:ea typeface="Helvetica Neue"/>
                <a:cs typeface="Helvetica Neue"/>
              </a:defRPr>
            </a:lvl1pPr>
            <a:lvl2pPr algn="l">
              <a:defRPr sz="1050" b="1">
                <a:solidFill>
                  <a:srgbClr val="F5B942"/>
                </a:solidFill>
                <a:latin typeface="Helvetica Neue"/>
                <a:ea typeface="Helvetica Neue"/>
                <a:cs typeface="Helvetica Neue"/>
              </a:defRPr>
            </a:lvl2pPr>
            <a:lvl3pPr algn="l">
              <a:defRPr sz="1050" b="1">
                <a:solidFill>
                  <a:srgbClr val="F5B942"/>
                </a:solidFill>
                <a:latin typeface="Helvetica Neue"/>
                <a:ea typeface="Helvetica Neue"/>
                <a:cs typeface="Helvetica Neue"/>
              </a:defRPr>
            </a:lvl3pPr>
            <a:lvl4pPr algn="l">
              <a:defRPr sz="1050" b="1">
                <a:solidFill>
                  <a:srgbClr val="F5B942"/>
                </a:solidFill>
                <a:latin typeface="Helvetica Neue"/>
                <a:ea typeface="Helvetica Neue"/>
                <a:cs typeface="Helvetica Neue"/>
              </a:defRPr>
            </a:lvl4pPr>
            <a:lvl5pPr algn="l">
              <a:defRPr sz="1050" b="1">
                <a:solidFill>
                  <a:srgbClr val="F5B942"/>
                </a:solidFill>
                <a:latin typeface="Helvetica Neue"/>
                <a:ea typeface="Helvetica Neue"/>
                <a:cs typeface="Helvetica Neue"/>
              </a:defRPr>
            </a:lvl5pPr>
            <a:lvl6pPr algn="l">
              <a:defRPr sz="1050" b="1">
                <a:solidFill>
                  <a:srgbClr val="F5B942"/>
                </a:solidFill>
                <a:latin typeface="Helvetica Neue"/>
                <a:ea typeface="Helvetica Neue"/>
                <a:cs typeface="Helvetica Neue"/>
              </a:defRPr>
            </a:lvl6pPr>
            <a:lvl7pPr algn="l">
              <a:defRPr sz="1050" b="1">
                <a:solidFill>
                  <a:srgbClr val="F5B942"/>
                </a:solidFill>
                <a:latin typeface="Helvetica Neue"/>
                <a:ea typeface="Helvetica Neue"/>
                <a:cs typeface="Helvetica Neue"/>
              </a:defRPr>
            </a:lvl7pPr>
            <a:lvl8pPr algn="l">
              <a:defRPr sz="1050" b="1">
                <a:solidFill>
                  <a:srgbClr val="F5B942"/>
                </a:solidFill>
                <a:latin typeface="Helvetica Neue"/>
                <a:ea typeface="Helvetica Neue"/>
                <a:cs typeface="Helvetica Neue"/>
              </a:defRPr>
            </a:lvl8pPr>
            <a:lvl9pPr algn="l">
              <a:defRPr sz="1050" b="1">
                <a:solidFill>
                  <a:srgbClr val="F5B942"/>
                </a:solidFill>
                <a:latin typeface="Helvetica Neue"/>
                <a:ea typeface="Helvetica Neue"/>
                <a:cs typeface="Helvetica Neue"/>
              </a:defRPr>
            </a:lvl9pPr>
          </a:lstStyle>
          <a:p xmlns:a="http://schemas.openxmlformats.org/drawingml/2006/main">
            <a:pPr algn="l">
              <a:defRPr sz="1050" b="1">
                <a:solidFill>
                  <a:srgbClr val="F5B942"/>
                </a:solidFill>
                <a:latin typeface="Helvetica Neue"/>
                <a:ea typeface="Helvetica Neue"/>
                <a:cs typeface="Helvetica Neue"/>
              </a:defRPr>
            </a:pPr>
            <a:r>
              <a:rPr sz="1050" b="1">
                <a:solidFill>
                  <a:srgbClr val="F5B942"/>
                </a:solidFill>
                <a:latin typeface="Helvetica Neue"/>
                <a:ea typeface="Helvetica Neue"/>
                <a:cs typeface="Helvetica Neue"/>
              </a:rPr>
              <a:t>YOXLANA BİLƏCƏK MODEL</a:t>
            </a:r>
          </a:p>
        </p:txBody>
      </p:sp>
      <p:sp>
        <p:nvSpPr>
          <p:cNvPr id="14" name="">
            <a:extLst xmlns:a="http://schemas.openxmlformats.org/drawingml/2006/main">
              <a:ext uri="{FF2B5EF4-FFF2-40B4-BE49-F238E27FC236}">
                <a16:creationId xmlns:a16="http://schemas.microsoft.com/office/drawing/2014/main" id="{23CB88D3-6EAE-4693-929D-36D275F55107}"/>
              </a:ext>
            </a:extLst>
          </p:cNvPr>
          <p:cNvSpPr>
            <a:spLocks xmlns:a="http://schemas.openxmlformats.org/drawingml/2006/main" noGrp="1"/>
          </p:cNvSpPr>
          <p:nvPr/>
        </p:nvSpPr>
        <p:spPr>
          <a:xfrm xmlns:a="http://schemas.openxmlformats.org/drawingml/2006/main">
            <a:off x="6534150" y="27622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7F5FF"/>
                </a:solidFill>
                <a:latin typeface="Helvetica Neue"/>
                <a:ea typeface="Helvetica Neue"/>
                <a:cs typeface="Helvetica Neue"/>
              </a:defRPr>
            </a:defPPr>
            <a:lvl1pPr algn="l">
              <a:defRPr sz="1800" b="1">
                <a:solidFill>
                  <a:srgbClr val="F7F5FF"/>
                </a:solidFill>
                <a:latin typeface="Helvetica Neue"/>
                <a:ea typeface="Helvetica Neue"/>
                <a:cs typeface="Helvetica Neue"/>
              </a:defRPr>
            </a:lvl1pPr>
            <a:lvl2pPr algn="l">
              <a:defRPr sz="1800" b="1">
                <a:solidFill>
                  <a:srgbClr val="F7F5FF"/>
                </a:solidFill>
                <a:latin typeface="Helvetica Neue"/>
                <a:ea typeface="Helvetica Neue"/>
                <a:cs typeface="Helvetica Neue"/>
              </a:defRPr>
            </a:lvl2pPr>
            <a:lvl3pPr algn="l">
              <a:defRPr sz="1800" b="1">
                <a:solidFill>
                  <a:srgbClr val="F7F5FF"/>
                </a:solidFill>
                <a:latin typeface="Helvetica Neue"/>
                <a:ea typeface="Helvetica Neue"/>
                <a:cs typeface="Helvetica Neue"/>
              </a:defRPr>
            </a:lvl3pPr>
            <a:lvl4pPr algn="l">
              <a:defRPr sz="1800" b="1">
                <a:solidFill>
                  <a:srgbClr val="F7F5FF"/>
                </a:solidFill>
                <a:latin typeface="Helvetica Neue"/>
                <a:ea typeface="Helvetica Neue"/>
                <a:cs typeface="Helvetica Neue"/>
              </a:defRPr>
            </a:lvl4pPr>
            <a:lvl5pPr algn="l">
              <a:defRPr sz="1800" b="1">
                <a:solidFill>
                  <a:srgbClr val="F7F5FF"/>
                </a:solidFill>
                <a:latin typeface="Helvetica Neue"/>
                <a:ea typeface="Helvetica Neue"/>
                <a:cs typeface="Helvetica Neue"/>
              </a:defRPr>
            </a:lvl5pPr>
            <a:lvl6pPr algn="l">
              <a:defRPr sz="1800" b="1">
                <a:solidFill>
                  <a:srgbClr val="F7F5FF"/>
                </a:solidFill>
                <a:latin typeface="Helvetica Neue"/>
                <a:ea typeface="Helvetica Neue"/>
                <a:cs typeface="Helvetica Neue"/>
              </a:defRPr>
            </a:lvl6pPr>
            <a:lvl7pPr algn="l">
              <a:defRPr sz="1800" b="1">
                <a:solidFill>
                  <a:srgbClr val="F7F5FF"/>
                </a:solidFill>
                <a:latin typeface="Helvetica Neue"/>
                <a:ea typeface="Helvetica Neue"/>
                <a:cs typeface="Helvetica Neue"/>
              </a:defRPr>
            </a:lvl7pPr>
            <a:lvl8pPr algn="l">
              <a:defRPr sz="1800" b="1">
                <a:solidFill>
                  <a:srgbClr val="F7F5FF"/>
                </a:solidFill>
                <a:latin typeface="Helvetica Neue"/>
                <a:ea typeface="Helvetica Neue"/>
                <a:cs typeface="Helvetica Neue"/>
              </a:defRPr>
            </a:lvl8pPr>
            <a:lvl9pPr algn="l">
              <a:defRPr sz="1800" b="1">
                <a:solidFill>
                  <a:srgbClr val="F7F5FF"/>
                </a:solidFill>
                <a:latin typeface="Helvetica Neue"/>
                <a:ea typeface="Helvetica Neue"/>
                <a:cs typeface="Helvetica Neue"/>
              </a:defRPr>
            </a:lvl9pPr>
          </a:lstStyle>
          <a:p xmlns:a="http://schemas.openxmlformats.org/drawingml/2006/main">
            <a:pPr algn="l">
              <a:defRPr sz="1800" b="1">
                <a:solidFill>
                  <a:srgbClr val="F7F5FF"/>
                </a:solidFill>
                <a:latin typeface="Helvetica Neue"/>
                <a:ea typeface="Helvetica Neue"/>
                <a:cs typeface="Helvetica Neue"/>
              </a:defRPr>
            </a:pPr>
            <a:r>
              <a:rPr sz="1800" b="1">
                <a:solidFill>
                  <a:srgbClr val="F7F5FF"/>
                </a:solidFill>
                <a:latin typeface="Helvetica Neue"/>
                <a:ea typeface="Helvetica Neue"/>
                <a:cs typeface="Helvetica Neue"/>
              </a:rPr>
              <a:t>Tərəfdaşlıqla gəlir</a:t>
            </a:r>
          </a:p>
        </p:txBody>
      </p:sp>
      <p:sp>
        <p:nvSpPr>
          <p:cNvPr id="15" name="">
            <a:extLst xmlns:a="http://schemas.openxmlformats.org/drawingml/2006/main">
              <a:ext uri="{FF2B5EF4-FFF2-40B4-BE49-F238E27FC236}">
                <a16:creationId xmlns:a16="http://schemas.microsoft.com/office/drawing/2014/main" id="{4CAEB8D8-8EB3-41CB-80A5-61C4A303EC86}"/>
              </a:ext>
            </a:extLst>
          </p:cNvPr>
          <p:cNvSpPr>
            <a:spLocks xmlns:a="http://schemas.openxmlformats.org/drawingml/2006/main" noGrp="1"/>
          </p:cNvSpPr>
          <p:nvPr/>
        </p:nvSpPr>
        <p:spPr>
          <a:xfrm xmlns:a="http://schemas.openxmlformats.org/drawingml/2006/main">
            <a:off x="6534150" y="3286125"/>
            <a:ext cx="4476750" cy="1266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0ACC9"/>
                </a:solidFill>
                <a:latin typeface="Helvetica Neue"/>
                <a:ea typeface="Helvetica Neue"/>
                <a:cs typeface="Helvetica Neue"/>
              </a:defRPr>
            </a:defPPr>
            <a:lvl1pPr algn="l">
              <a:defRPr sz="1350" b="0">
                <a:solidFill>
                  <a:srgbClr val="B0ACC9"/>
                </a:solidFill>
                <a:latin typeface="Helvetica Neue"/>
                <a:ea typeface="Helvetica Neue"/>
                <a:cs typeface="Helvetica Neue"/>
              </a:defRPr>
            </a:lvl1pPr>
            <a:lvl2pPr algn="l">
              <a:defRPr sz="1350" b="0">
                <a:solidFill>
                  <a:srgbClr val="B0ACC9"/>
                </a:solidFill>
                <a:latin typeface="Helvetica Neue"/>
                <a:ea typeface="Helvetica Neue"/>
                <a:cs typeface="Helvetica Neue"/>
              </a:defRPr>
            </a:lvl2pPr>
            <a:lvl3pPr algn="l">
              <a:defRPr sz="1350" b="0">
                <a:solidFill>
                  <a:srgbClr val="B0ACC9"/>
                </a:solidFill>
                <a:latin typeface="Helvetica Neue"/>
                <a:ea typeface="Helvetica Neue"/>
                <a:cs typeface="Helvetica Neue"/>
              </a:defRPr>
            </a:lvl3pPr>
            <a:lvl4pPr algn="l">
              <a:defRPr sz="1350" b="0">
                <a:solidFill>
                  <a:srgbClr val="B0ACC9"/>
                </a:solidFill>
                <a:latin typeface="Helvetica Neue"/>
                <a:ea typeface="Helvetica Neue"/>
                <a:cs typeface="Helvetica Neue"/>
              </a:defRPr>
            </a:lvl4pPr>
            <a:lvl5pPr algn="l">
              <a:defRPr sz="1350" b="0">
                <a:solidFill>
                  <a:srgbClr val="B0ACC9"/>
                </a:solidFill>
                <a:latin typeface="Helvetica Neue"/>
                <a:ea typeface="Helvetica Neue"/>
                <a:cs typeface="Helvetica Neue"/>
              </a:defRPr>
            </a:lvl5pPr>
            <a:lvl6pPr algn="l">
              <a:defRPr sz="1350" b="0">
                <a:solidFill>
                  <a:srgbClr val="B0ACC9"/>
                </a:solidFill>
                <a:latin typeface="Helvetica Neue"/>
                <a:ea typeface="Helvetica Neue"/>
                <a:cs typeface="Helvetica Neue"/>
              </a:defRPr>
            </a:lvl6pPr>
            <a:lvl7pPr algn="l">
              <a:defRPr sz="1350" b="0">
                <a:solidFill>
                  <a:srgbClr val="B0ACC9"/>
                </a:solidFill>
                <a:latin typeface="Helvetica Neue"/>
                <a:ea typeface="Helvetica Neue"/>
                <a:cs typeface="Helvetica Neue"/>
              </a:defRPr>
            </a:lvl7pPr>
            <a:lvl8pPr algn="l">
              <a:defRPr sz="1350" b="0">
                <a:solidFill>
                  <a:srgbClr val="B0ACC9"/>
                </a:solidFill>
                <a:latin typeface="Helvetica Neue"/>
                <a:ea typeface="Helvetica Neue"/>
                <a:cs typeface="Helvetica Neue"/>
              </a:defRPr>
            </a:lvl8pPr>
            <a:lvl9pPr algn="l">
              <a:defRPr sz="1350" b="0">
                <a:solidFill>
                  <a:srgbClr val="B0ACC9"/>
                </a:solidFill>
                <a:latin typeface="Helvetica Neue"/>
                <a:ea typeface="Helvetica Neue"/>
                <a:cs typeface="Helvetica Neue"/>
              </a:defRPr>
            </a:lvl9pPr>
          </a:lstStyle>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 Bilet satışından komissiya</a:t>
            </a:r>
          </a:p>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 Sponsorlu muzey missiyası və mövsüm</a:t>
            </a:r>
          </a:p>
          <a:p xmlns:a="http://schemas.openxmlformats.org/drawingml/2006/main">
            <a:pPr algn="l">
              <a:defRPr sz="1350" b="0">
                <a:solidFill>
                  <a:srgbClr val="B0ACC9"/>
                </a:solidFill>
                <a:latin typeface="Helvetica Neue"/>
                <a:ea typeface="Helvetica Neue"/>
                <a:cs typeface="Helvetica Neue"/>
              </a:defRPr>
            </a:pPr>
            <a:r>
              <a:rPr sz="1350" b="0">
                <a:solidFill>
                  <a:srgbClr val="B0ACC9"/>
                </a:solidFill>
                <a:latin typeface="Helvetica Neue"/>
                <a:ea typeface="Helvetica Neue"/>
                <a:cs typeface="Helvetica Neue"/>
              </a:rPr>
              <a:t>• Muzeylər üçün ziyarət kampaniyası</a:t>
            </a:r>
          </a:p>
        </p:txBody>
      </p:sp>
      <p:sp>
        <p:nvSpPr>
          <p:cNvPr id="16" name="">
            <a:extLst xmlns:a="http://schemas.openxmlformats.org/drawingml/2006/main">
              <a:ext uri="{FF2B5EF4-FFF2-40B4-BE49-F238E27FC236}">
                <a16:creationId xmlns:a16="http://schemas.microsoft.com/office/drawing/2014/main" id="{E1A15508-5698-4FD1-BD94-71A63BC81074}"/>
              </a:ext>
            </a:extLst>
          </p:cNvPr>
          <p:cNvSpPr>
            <a:spLocks xmlns:a="http://schemas.openxmlformats.org/drawingml/2006/main" noGrp="1"/>
          </p:cNvSpPr>
          <p:nvPr/>
        </p:nvSpPr>
        <p:spPr>
          <a:xfrm xmlns:a="http://schemas.openxmlformats.org/drawingml/2006/main">
            <a:off x="781050" y="5381625"/>
            <a:ext cx="10458450" cy="438150"/>
          </a:xfrm>
          <a:prstGeom xmlns:a="http://schemas.openxmlformats.org/drawingml/2006/main" prst="roundRect">
            <a:avLst>
              <a:gd name="adj" fmla="val 28261"/>
            </a:avLst>
          </a:prstGeom>
          <a:solidFill xmlns:a="http://schemas.openxmlformats.org/drawingml/2006/main">
            <a:srgbClr val="251D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7FE9051-333A-4800-AF40-BD15DE57DEE6}"/>
              </a:ext>
            </a:extLst>
          </p:cNvPr>
          <p:cNvSpPr>
            <a:spLocks xmlns:a="http://schemas.openxmlformats.org/drawingml/2006/main" noGrp="1"/>
          </p:cNvSpPr>
          <p:nvPr/>
        </p:nvSpPr>
        <p:spPr>
          <a:xfrm xmlns:a="http://schemas.openxmlformats.org/drawingml/2006/main">
            <a:off x="971550" y="5505450"/>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7F5FF"/>
                </a:solidFill>
                <a:latin typeface="Helvetica Neue"/>
                <a:ea typeface="Helvetica Neue"/>
                <a:cs typeface="Helvetica Neue"/>
              </a:defRPr>
            </a:defPPr>
            <a:lvl1pPr algn="l">
              <a:defRPr sz="1125" b="1">
                <a:solidFill>
                  <a:srgbClr val="F7F5FF"/>
                </a:solidFill>
                <a:latin typeface="Helvetica Neue"/>
                <a:ea typeface="Helvetica Neue"/>
                <a:cs typeface="Helvetica Neue"/>
              </a:defRPr>
            </a:lvl1pPr>
            <a:lvl2pPr algn="l">
              <a:defRPr sz="1125" b="1">
                <a:solidFill>
                  <a:srgbClr val="F7F5FF"/>
                </a:solidFill>
                <a:latin typeface="Helvetica Neue"/>
                <a:ea typeface="Helvetica Neue"/>
                <a:cs typeface="Helvetica Neue"/>
              </a:defRPr>
            </a:lvl2pPr>
            <a:lvl3pPr algn="l">
              <a:defRPr sz="1125" b="1">
                <a:solidFill>
                  <a:srgbClr val="F7F5FF"/>
                </a:solidFill>
                <a:latin typeface="Helvetica Neue"/>
                <a:ea typeface="Helvetica Neue"/>
                <a:cs typeface="Helvetica Neue"/>
              </a:defRPr>
            </a:lvl3pPr>
            <a:lvl4pPr algn="l">
              <a:defRPr sz="1125" b="1">
                <a:solidFill>
                  <a:srgbClr val="F7F5FF"/>
                </a:solidFill>
                <a:latin typeface="Helvetica Neue"/>
                <a:ea typeface="Helvetica Neue"/>
                <a:cs typeface="Helvetica Neue"/>
              </a:defRPr>
            </a:lvl4pPr>
            <a:lvl5pPr algn="l">
              <a:defRPr sz="1125" b="1">
                <a:solidFill>
                  <a:srgbClr val="F7F5FF"/>
                </a:solidFill>
                <a:latin typeface="Helvetica Neue"/>
                <a:ea typeface="Helvetica Neue"/>
                <a:cs typeface="Helvetica Neue"/>
              </a:defRPr>
            </a:lvl5pPr>
            <a:lvl6pPr algn="l">
              <a:defRPr sz="1125" b="1">
                <a:solidFill>
                  <a:srgbClr val="F7F5FF"/>
                </a:solidFill>
                <a:latin typeface="Helvetica Neue"/>
                <a:ea typeface="Helvetica Neue"/>
                <a:cs typeface="Helvetica Neue"/>
              </a:defRPr>
            </a:lvl6pPr>
            <a:lvl7pPr algn="l">
              <a:defRPr sz="1125" b="1">
                <a:solidFill>
                  <a:srgbClr val="F7F5FF"/>
                </a:solidFill>
                <a:latin typeface="Helvetica Neue"/>
                <a:ea typeface="Helvetica Neue"/>
                <a:cs typeface="Helvetica Neue"/>
              </a:defRPr>
            </a:lvl7pPr>
            <a:lvl8pPr algn="l">
              <a:defRPr sz="1125" b="1">
                <a:solidFill>
                  <a:srgbClr val="F7F5FF"/>
                </a:solidFill>
                <a:latin typeface="Helvetica Neue"/>
                <a:ea typeface="Helvetica Neue"/>
                <a:cs typeface="Helvetica Neue"/>
              </a:defRPr>
            </a:lvl8pPr>
            <a:lvl9pPr algn="l">
              <a:defRPr sz="1125" b="1">
                <a:solidFill>
                  <a:srgbClr val="F7F5FF"/>
                </a:solidFill>
                <a:latin typeface="Helvetica Neue"/>
                <a:ea typeface="Helvetica Neue"/>
                <a:cs typeface="Helvetica Neue"/>
              </a:defRPr>
            </a:lvl9pPr>
          </a:lstStyle>
          <a:p xmlns:a="http://schemas.openxmlformats.org/drawingml/2006/main">
            <a:pPr algn="l">
              <a:defRPr sz="1125" b="1">
                <a:solidFill>
                  <a:srgbClr val="F7F5FF"/>
                </a:solidFill>
                <a:latin typeface="Helvetica Neue"/>
                <a:ea typeface="Helvetica Neue"/>
                <a:cs typeface="Helvetica Neue"/>
              </a:defRPr>
            </a:pPr>
            <a:r>
              <a:rPr sz="1125" b="1">
                <a:solidFill>
                  <a:srgbClr val="F7F5FF"/>
                </a:solidFill>
                <a:latin typeface="Helvetica Neue"/>
                <a:ea typeface="Helvetica Neue"/>
                <a:cs typeface="Helvetica Neue"/>
              </a:rPr>
              <a:t>Hazırda tətbiqdə ödəniş və aktiv sponsor yoxdur; gəlir yalnız razılaşdırılmış partnyorla pilotda ölçülə bilər.</a:t>
            </a:r>
          </a:p>
        </p:txBody>
      </p:sp>
    </p:spTree>
    <p:extLst>
      <p:ext uri="{BB962C8B-B14F-4D97-AF65-F5344CB8AC3E}">
        <p14:creationId xmlns:p14="http://schemas.microsoft.com/office/powerpoint/2010/main" val="972540929"/>
      </p:ext>
    </p:extLst>
  </p:cSld>
</p:sld>
</file>

<file path=ppt/slides/slide7.xml><?xml version="1.0" encoding="utf-8"?>
<p:sld xmlns:p="http://schemas.openxmlformats.org/presentationml/2006/main">
  <p:cSld>
    <p:bg>
      <p:bgPr>
        <a:solidFill xmlns:a="http://schemas.openxmlformats.org/drawingml/2006/main">
          <a:srgbClr val="080C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03F0E7C-B322-4254-94E5-AAD3CB0FF882}"/>
              </a:ext>
            </a:extLst>
          </p:cNvPr>
          <p:cNvSpPr>
            <a:spLocks xmlns:a="http://schemas.openxmlformats.org/drawingml/2006/main" noGrp="1"/>
          </p:cNvSpPr>
          <p:nvPr/>
        </p:nvSpPr>
        <p:spPr>
          <a:xfrm xmlns:a="http://schemas.openxmlformats.org/drawingml/2006/main">
            <a:off x="609600" y="323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E4C9"/>
                </a:solidFill>
                <a:latin typeface="Helvetica Neue"/>
                <a:ea typeface="Helvetica Neue"/>
                <a:cs typeface="Helvetica Neue"/>
              </a:defRPr>
            </a:defPPr>
            <a:lvl1pPr algn="l">
              <a:defRPr sz="1125" b="1">
                <a:solidFill>
                  <a:srgbClr val="A0E4C9"/>
                </a:solidFill>
                <a:latin typeface="Helvetica Neue"/>
                <a:ea typeface="Helvetica Neue"/>
                <a:cs typeface="Helvetica Neue"/>
              </a:defRPr>
            </a:lvl1pPr>
            <a:lvl2pPr algn="l">
              <a:defRPr sz="1125" b="1">
                <a:solidFill>
                  <a:srgbClr val="A0E4C9"/>
                </a:solidFill>
                <a:latin typeface="Helvetica Neue"/>
                <a:ea typeface="Helvetica Neue"/>
                <a:cs typeface="Helvetica Neue"/>
              </a:defRPr>
            </a:lvl2pPr>
            <a:lvl3pPr algn="l">
              <a:defRPr sz="1125" b="1">
                <a:solidFill>
                  <a:srgbClr val="A0E4C9"/>
                </a:solidFill>
                <a:latin typeface="Helvetica Neue"/>
                <a:ea typeface="Helvetica Neue"/>
                <a:cs typeface="Helvetica Neue"/>
              </a:defRPr>
            </a:lvl3pPr>
            <a:lvl4pPr algn="l">
              <a:defRPr sz="1125" b="1">
                <a:solidFill>
                  <a:srgbClr val="A0E4C9"/>
                </a:solidFill>
                <a:latin typeface="Helvetica Neue"/>
                <a:ea typeface="Helvetica Neue"/>
                <a:cs typeface="Helvetica Neue"/>
              </a:defRPr>
            </a:lvl4pPr>
            <a:lvl5pPr algn="l">
              <a:defRPr sz="1125" b="1">
                <a:solidFill>
                  <a:srgbClr val="A0E4C9"/>
                </a:solidFill>
                <a:latin typeface="Helvetica Neue"/>
                <a:ea typeface="Helvetica Neue"/>
                <a:cs typeface="Helvetica Neue"/>
              </a:defRPr>
            </a:lvl5pPr>
            <a:lvl6pPr algn="l">
              <a:defRPr sz="1125" b="1">
                <a:solidFill>
                  <a:srgbClr val="A0E4C9"/>
                </a:solidFill>
                <a:latin typeface="Helvetica Neue"/>
                <a:ea typeface="Helvetica Neue"/>
                <a:cs typeface="Helvetica Neue"/>
              </a:defRPr>
            </a:lvl6pPr>
            <a:lvl7pPr algn="l">
              <a:defRPr sz="1125" b="1">
                <a:solidFill>
                  <a:srgbClr val="A0E4C9"/>
                </a:solidFill>
                <a:latin typeface="Helvetica Neue"/>
                <a:ea typeface="Helvetica Neue"/>
                <a:cs typeface="Helvetica Neue"/>
              </a:defRPr>
            </a:lvl7pPr>
            <a:lvl8pPr algn="l">
              <a:defRPr sz="1125" b="1">
                <a:solidFill>
                  <a:srgbClr val="A0E4C9"/>
                </a:solidFill>
                <a:latin typeface="Helvetica Neue"/>
                <a:ea typeface="Helvetica Neue"/>
                <a:cs typeface="Helvetica Neue"/>
              </a:defRPr>
            </a:lvl8pPr>
            <a:lvl9pPr algn="l">
              <a:defRPr sz="1125" b="1">
                <a:solidFill>
                  <a:srgbClr val="A0E4C9"/>
                </a:solidFill>
                <a:latin typeface="Helvetica Neue"/>
                <a:ea typeface="Helvetica Neue"/>
                <a:cs typeface="Helvetica Neue"/>
              </a:defRPr>
            </a:lvl9pPr>
          </a:lstStyle>
          <a:p xmlns:a="http://schemas.openxmlformats.org/drawingml/2006/main">
            <a:pPr algn="l">
              <a:defRPr sz="1125" b="1">
                <a:solidFill>
                  <a:srgbClr val="A0E4C9"/>
                </a:solidFill>
                <a:latin typeface="Helvetica Neue"/>
                <a:ea typeface="Helvetica Neue"/>
                <a:cs typeface="Helvetica Neue"/>
              </a:defRPr>
            </a:pPr>
            <a:r>
              <a:rPr sz="1125" b="1">
                <a:solidFill>
                  <a:srgbClr val="A0E4C9"/>
                </a:solidFill>
                <a:latin typeface="Helvetica Neue"/>
                <a:ea typeface="Helvetica Neue"/>
                <a:cs typeface="Helvetica Neue"/>
              </a:rPr>
              <a:t>ÇIRAQ</a:t>
            </a:r>
          </a:p>
        </p:txBody>
      </p:sp>
      <p:sp>
        <p:nvSpPr>
          <p:cNvPr id="2" name="">
            <a:extLst xmlns:a="http://schemas.openxmlformats.org/drawingml/2006/main">
              <a:ext uri="{FF2B5EF4-FFF2-40B4-BE49-F238E27FC236}">
                <a16:creationId xmlns:a16="http://schemas.microsoft.com/office/drawing/2014/main" id="{E655B91B-7B14-4BFE-9196-CF0FBA96D2E9}"/>
              </a:ext>
            </a:extLst>
          </p:cNvPr>
          <p:cNvSpPr>
            <a:spLocks xmlns:a="http://schemas.openxmlformats.org/drawingml/2006/main" noGrp="1"/>
          </p:cNvSpPr>
          <p:nvPr/>
        </p:nvSpPr>
        <p:spPr>
          <a:xfrm xmlns:a="http://schemas.openxmlformats.org/drawingml/2006/main">
            <a:off x="609600" y="7524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F7F5FF"/>
                </a:solidFill>
                <a:latin typeface="Helvetica Neue"/>
                <a:ea typeface="Helvetica Neue"/>
                <a:cs typeface="Helvetica Neue"/>
              </a:defRPr>
            </a:defPPr>
            <a:lvl1pPr algn="l">
              <a:defRPr sz="2925" b="1">
                <a:solidFill>
                  <a:srgbClr val="F7F5FF"/>
                </a:solidFill>
                <a:latin typeface="Helvetica Neue"/>
                <a:ea typeface="Helvetica Neue"/>
                <a:cs typeface="Helvetica Neue"/>
              </a:defRPr>
            </a:lvl1pPr>
            <a:lvl2pPr algn="l">
              <a:defRPr sz="2925" b="1">
                <a:solidFill>
                  <a:srgbClr val="F7F5FF"/>
                </a:solidFill>
                <a:latin typeface="Helvetica Neue"/>
                <a:ea typeface="Helvetica Neue"/>
                <a:cs typeface="Helvetica Neue"/>
              </a:defRPr>
            </a:lvl2pPr>
            <a:lvl3pPr algn="l">
              <a:defRPr sz="2925" b="1">
                <a:solidFill>
                  <a:srgbClr val="F7F5FF"/>
                </a:solidFill>
                <a:latin typeface="Helvetica Neue"/>
                <a:ea typeface="Helvetica Neue"/>
                <a:cs typeface="Helvetica Neue"/>
              </a:defRPr>
            </a:lvl3pPr>
            <a:lvl4pPr algn="l">
              <a:defRPr sz="2925" b="1">
                <a:solidFill>
                  <a:srgbClr val="F7F5FF"/>
                </a:solidFill>
                <a:latin typeface="Helvetica Neue"/>
                <a:ea typeface="Helvetica Neue"/>
                <a:cs typeface="Helvetica Neue"/>
              </a:defRPr>
            </a:lvl4pPr>
            <a:lvl5pPr algn="l">
              <a:defRPr sz="2925" b="1">
                <a:solidFill>
                  <a:srgbClr val="F7F5FF"/>
                </a:solidFill>
                <a:latin typeface="Helvetica Neue"/>
                <a:ea typeface="Helvetica Neue"/>
                <a:cs typeface="Helvetica Neue"/>
              </a:defRPr>
            </a:lvl5pPr>
            <a:lvl6pPr algn="l">
              <a:defRPr sz="2925" b="1">
                <a:solidFill>
                  <a:srgbClr val="F7F5FF"/>
                </a:solidFill>
                <a:latin typeface="Helvetica Neue"/>
                <a:ea typeface="Helvetica Neue"/>
                <a:cs typeface="Helvetica Neue"/>
              </a:defRPr>
            </a:lvl6pPr>
            <a:lvl7pPr algn="l">
              <a:defRPr sz="2925" b="1">
                <a:solidFill>
                  <a:srgbClr val="F7F5FF"/>
                </a:solidFill>
                <a:latin typeface="Helvetica Neue"/>
                <a:ea typeface="Helvetica Neue"/>
                <a:cs typeface="Helvetica Neue"/>
              </a:defRPr>
            </a:lvl7pPr>
            <a:lvl8pPr algn="l">
              <a:defRPr sz="2925" b="1">
                <a:solidFill>
                  <a:srgbClr val="F7F5FF"/>
                </a:solidFill>
                <a:latin typeface="Helvetica Neue"/>
                <a:ea typeface="Helvetica Neue"/>
                <a:cs typeface="Helvetica Neue"/>
              </a:defRPr>
            </a:lvl8pPr>
            <a:lvl9pPr algn="l">
              <a:defRPr sz="2925" b="1">
                <a:solidFill>
                  <a:srgbClr val="F7F5FF"/>
                </a:solidFill>
                <a:latin typeface="Helvetica Neue"/>
                <a:ea typeface="Helvetica Neue"/>
                <a:cs typeface="Helvetica Neue"/>
              </a:defRPr>
            </a:lvl9pPr>
          </a:lstStyle>
          <a:p xmlns:a="http://schemas.openxmlformats.org/drawingml/2006/main">
            <a:pPr algn="l">
              <a:defRPr sz="2925" b="1">
                <a:solidFill>
                  <a:srgbClr val="F7F5FF"/>
                </a:solidFill>
                <a:latin typeface="Helvetica Neue"/>
                <a:ea typeface="Helvetica Neue"/>
                <a:cs typeface="Helvetica Neue"/>
              </a:defRPr>
            </a:pPr>
            <a:r>
              <a:rPr sz="2925" b="1">
                <a:solidFill>
                  <a:srgbClr val="F7F5FF"/>
                </a:solidFill>
                <a:latin typeface="Helvetica Neue"/>
                <a:ea typeface="Helvetica Neue"/>
                <a:cs typeface="Helvetica Neue"/>
              </a:rPr>
              <a:t>Növbəti addım: kiçik pilot, real sübut</a:t>
            </a:r>
          </a:p>
        </p:txBody>
      </p:sp>
      <p:sp>
        <p:nvSpPr>
          <p:cNvPr id="3" name="">
            <a:extLst xmlns:a="http://schemas.openxmlformats.org/drawingml/2006/main">
              <a:ext uri="{FF2B5EF4-FFF2-40B4-BE49-F238E27FC236}">
                <a16:creationId xmlns:a16="http://schemas.microsoft.com/office/drawing/2014/main" id="{618E6659-86F7-4CBC-A114-789A47AAF5D9}"/>
              </a:ext>
            </a:extLst>
          </p:cNvPr>
          <p:cNvSpPr>
            <a:spLocks xmlns:a="http://schemas.openxmlformats.org/drawingml/2006/main" noGrp="1"/>
          </p:cNvSpPr>
          <p:nvPr/>
        </p:nvSpPr>
        <p:spPr>
          <a:xfrm xmlns:a="http://schemas.openxmlformats.org/drawingml/2006/main">
            <a:off x="609600" y="138112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0ACC9"/>
                </a:solidFill>
                <a:latin typeface="Helvetica Neue"/>
                <a:ea typeface="Helvetica Neue"/>
                <a:cs typeface="Helvetica Neue"/>
              </a:defRPr>
            </a:defPPr>
            <a:lvl1pPr algn="l">
              <a:defRPr sz="1425" b="0">
                <a:solidFill>
                  <a:srgbClr val="B0ACC9"/>
                </a:solidFill>
                <a:latin typeface="Helvetica Neue"/>
                <a:ea typeface="Helvetica Neue"/>
                <a:cs typeface="Helvetica Neue"/>
              </a:defRPr>
            </a:lvl1pPr>
            <a:lvl2pPr algn="l">
              <a:defRPr sz="1425" b="0">
                <a:solidFill>
                  <a:srgbClr val="B0ACC9"/>
                </a:solidFill>
                <a:latin typeface="Helvetica Neue"/>
                <a:ea typeface="Helvetica Neue"/>
                <a:cs typeface="Helvetica Neue"/>
              </a:defRPr>
            </a:lvl2pPr>
            <a:lvl3pPr algn="l">
              <a:defRPr sz="1425" b="0">
                <a:solidFill>
                  <a:srgbClr val="B0ACC9"/>
                </a:solidFill>
                <a:latin typeface="Helvetica Neue"/>
                <a:ea typeface="Helvetica Neue"/>
                <a:cs typeface="Helvetica Neue"/>
              </a:defRPr>
            </a:lvl3pPr>
            <a:lvl4pPr algn="l">
              <a:defRPr sz="1425" b="0">
                <a:solidFill>
                  <a:srgbClr val="B0ACC9"/>
                </a:solidFill>
                <a:latin typeface="Helvetica Neue"/>
                <a:ea typeface="Helvetica Neue"/>
                <a:cs typeface="Helvetica Neue"/>
              </a:defRPr>
            </a:lvl4pPr>
            <a:lvl5pPr algn="l">
              <a:defRPr sz="1425" b="0">
                <a:solidFill>
                  <a:srgbClr val="B0ACC9"/>
                </a:solidFill>
                <a:latin typeface="Helvetica Neue"/>
                <a:ea typeface="Helvetica Neue"/>
                <a:cs typeface="Helvetica Neue"/>
              </a:defRPr>
            </a:lvl5pPr>
            <a:lvl6pPr algn="l">
              <a:defRPr sz="1425" b="0">
                <a:solidFill>
                  <a:srgbClr val="B0ACC9"/>
                </a:solidFill>
                <a:latin typeface="Helvetica Neue"/>
                <a:ea typeface="Helvetica Neue"/>
                <a:cs typeface="Helvetica Neue"/>
              </a:defRPr>
            </a:lvl6pPr>
            <a:lvl7pPr algn="l">
              <a:defRPr sz="1425" b="0">
                <a:solidFill>
                  <a:srgbClr val="B0ACC9"/>
                </a:solidFill>
                <a:latin typeface="Helvetica Neue"/>
                <a:ea typeface="Helvetica Neue"/>
                <a:cs typeface="Helvetica Neue"/>
              </a:defRPr>
            </a:lvl7pPr>
            <a:lvl8pPr algn="l">
              <a:defRPr sz="1425" b="0">
                <a:solidFill>
                  <a:srgbClr val="B0ACC9"/>
                </a:solidFill>
                <a:latin typeface="Helvetica Neue"/>
                <a:ea typeface="Helvetica Neue"/>
                <a:cs typeface="Helvetica Neue"/>
              </a:defRPr>
            </a:lvl8pPr>
            <a:lvl9pPr algn="l">
              <a:defRPr sz="1425" b="0">
                <a:solidFill>
                  <a:srgbClr val="B0ACC9"/>
                </a:solidFill>
                <a:latin typeface="Helvetica Neue"/>
                <a:ea typeface="Helvetica Neue"/>
                <a:cs typeface="Helvetica Neue"/>
              </a:defRPr>
            </a:lvl9pPr>
          </a:lstStyle>
          <a:p xmlns:a="http://schemas.openxmlformats.org/drawingml/2006/main">
            <a:pPr algn="l">
              <a:defRPr sz="1425" b="0">
                <a:solidFill>
                  <a:srgbClr val="B0ACC9"/>
                </a:solidFill>
                <a:latin typeface="Helvetica Neue"/>
                <a:ea typeface="Helvetica Neue"/>
                <a:cs typeface="Helvetica Neue"/>
              </a:defRPr>
            </a:pPr>
            <a:r>
              <a:rPr sz="1425" b="0">
                <a:solidFill>
                  <a:srgbClr val="B0ACC9"/>
                </a:solidFill>
                <a:latin typeface="Helvetica Neue"/>
                <a:ea typeface="Helvetica Neue"/>
                <a:cs typeface="Helvetica Neue"/>
              </a:rPr>
              <a:t>Texniki demo hazırdır; real şəhər sınağı üçün məkan tərəfdaşları lazımdır.</a:t>
            </a:r>
          </a:p>
        </p:txBody>
      </p:sp>
      <p:sp>
        <p:nvSpPr>
          <p:cNvPr id="4" name="">
            <a:extLst xmlns:a="http://schemas.openxmlformats.org/drawingml/2006/main">
              <a:ext uri="{FF2B5EF4-FFF2-40B4-BE49-F238E27FC236}">
                <a16:creationId xmlns:a16="http://schemas.microsoft.com/office/drawing/2014/main" id="{A4A03546-EB64-4C94-B21A-11A7EF9B9EF2}"/>
              </a:ext>
            </a:extLst>
          </p:cNvPr>
          <p:cNvSpPr>
            <a:spLocks xmlns:a="http://schemas.openxmlformats.org/drawingml/2006/main" noGrp="1"/>
          </p:cNvSpPr>
          <p:nvPr/>
        </p:nvSpPr>
        <p:spPr>
          <a:xfrm xmlns:a="http://schemas.openxmlformats.org/drawingml/2006/main">
            <a:off x="609600" y="1924050"/>
            <a:ext cx="552450" cy="38100"/>
          </a:xfrm>
          <a:prstGeom xmlns:a="http://schemas.openxmlformats.org/drawingml/2006/main" prst="rect">
            <a:avLst/>
          </a:prstGeom>
          <a:solidFill xmlns:a="http://schemas.openxmlformats.org/drawingml/2006/main">
            <a:srgbClr val="F5B9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C0B5F3-C112-4DB9-8BC9-9A9AFF7288FA}"/>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ED2D877-06F0-4F23-903B-C7324A974D6D}"/>
              </a:ext>
            </a:extLst>
          </p:cNvPr>
          <p:cNvSpPr>
            <a:spLocks xmlns:a="http://schemas.openxmlformats.org/drawingml/2006/main" noGrp="1"/>
          </p:cNvSpPr>
          <p:nvPr/>
        </p:nvSpPr>
        <p:spPr>
          <a:xfrm xmlns:a="http://schemas.openxmlformats.org/drawingml/2006/main">
            <a:off x="609600" y="65151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0ACC9"/>
                </a:solidFill>
                <a:latin typeface="Helvetica Neue"/>
                <a:ea typeface="Helvetica Neue"/>
                <a:cs typeface="Helvetica Neue"/>
              </a:defRPr>
            </a:defPPr>
            <a:lvl1pPr algn="l">
              <a:defRPr sz="900" b="1">
                <a:solidFill>
                  <a:srgbClr val="B0ACC9"/>
                </a:solidFill>
                <a:latin typeface="Helvetica Neue"/>
                <a:ea typeface="Helvetica Neue"/>
                <a:cs typeface="Helvetica Neue"/>
              </a:defRPr>
            </a:lvl1pPr>
            <a:lvl2pPr algn="l">
              <a:defRPr sz="900" b="1">
                <a:solidFill>
                  <a:srgbClr val="B0ACC9"/>
                </a:solidFill>
                <a:latin typeface="Helvetica Neue"/>
                <a:ea typeface="Helvetica Neue"/>
                <a:cs typeface="Helvetica Neue"/>
              </a:defRPr>
            </a:lvl2pPr>
            <a:lvl3pPr algn="l">
              <a:defRPr sz="900" b="1">
                <a:solidFill>
                  <a:srgbClr val="B0ACC9"/>
                </a:solidFill>
                <a:latin typeface="Helvetica Neue"/>
                <a:ea typeface="Helvetica Neue"/>
                <a:cs typeface="Helvetica Neue"/>
              </a:defRPr>
            </a:lvl3pPr>
            <a:lvl4pPr algn="l">
              <a:defRPr sz="900" b="1">
                <a:solidFill>
                  <a:srgbClr val="B0ACC9"/>
                </a:solidFill>
                <a:latin typeface="Helvetica Neue"/>
                <a:ea typeface="Helvetica Neue"/>
                <a:cs typeface="Helvetica Neue"/>
              </a:defRPr>
            </a:lvl4pPr>
            <a:lvl5pPr algn="l">
              <a:defRPr sz="900" b="1">
                <a:solidFill>
                  <a:srgbClr val="B0ACC9"/>
                </a:solidFill>
                <a:latin typeface="Helvetica Neue"/>
                <a:ea typeface="Helvetica Neue"/>
                <a:cs typeface="Helvetica Neue"/>
              </a:defRPr>
            </a:lvl5pPr>
            <a:lvl6pPr algn="l">
              <a:defRPr sz="900" b="1">
                <a:solidFill>
                  <a:srgbClr val="B0ACC9"/>
                </a:solidFill>
                <a:latin typeface="Helvetica Neue"/>
                <a:ea typeface="Helvetica Neue"/>
                <a:cs typeface="Helvetica Neue"/>
              </a:defRPr>
            </a:lvl6pPr>
            <a:lvl7pPr algn="l">
              <a:defRPr sz="900" b="1">
                <a:solidFill>
                  <a:srgbClr val="B0ACC9"/>
                </a:solidFill>
                <a:latin typeface="Helvetica Neue"/>
                <a:ea typeface="Helvetica Neue"/>
                <a:cs typeface="Helvetica Neue"/>
              </a:defRPr>
            </a:lvl7pPr>
            <a:lvl8pPr algn="l">
              <a:defRPr sz="900" b="1">
                <a:solidFill>
                  <a:srgbClr val="B0ACC9"/>
                </a:solidFill>
                <a:latin typeface="Helvetica Neue"/>
                <a:ea typeface="Helvetica Neue"/>
                <a:cs typeface="Helvetica Neue"/>
              </a:defRPr>
            </a:lvl8pPr>
            <a:lvl9pPr algn="l">
              <a:defRPr sz="900" b="1">
                <a:solidFill>
                  <a:srgbClr val="B0ACC9"/>
                </a:solidFill>
                <a:latin typeface="Helvetica Neue"/>
                <a:ea typeface="Helvetica Neue"/>
                <a:cs typeface="Helvetica Neue"/>
              </a:defRPr>
            </a:lvl9pPr>
          </a:lstStyle>
          <a:p xmlns:a="http://schemas.openxmlformats.org/drawingml/2006/main">
            <a:pPr algn="l">
              <a:defRPr sz="900" b="1">
                <a:solidFill>
                  <a:srgbClr val="B0ACC9"/>
                </a:solidFill>
                <a:latin typeface="Helvetica Neue"/>
                <a:ea typeface="Helvetica Neue"/>
                <a:cs typeface="Helvetica Neue"/>
              </a:defRPr>
            </a:pPr>
            <a:r>
              <a:rPr sz="900" b="1">
                <a:solidFill>
                  <a:srgbClr val="B0ACC9"/>
                </a:solidFill>
                <a:latin typeface="Helvetica Neue"/>
                <a:ea typeface="Helvetica Neue"/>
                <a:cs typeface="Helvetica Neue"/>
              </a:rPr>
              <a:t>ÇIRAQ  ·  MUZEYƏ GEDƏN MACƏRA</a:t>
            </a:r>
          </a:p>
        </p:txBody>
      </p:sp>
      <p:sp>
        <p:nvSpPr>
          <p:cNvPr id="7" name="">
            <a:extLst xmlns:a="http://schemas.openxmlformats.org/drawingml/2006/main">
              <a:ext uri="{FF2B5EF4-FFF2-40B4-BE49-F238E27FC236}">
                <a16:creationId xmlns:a16="http://schemas.microsoft.com/office/drawing/2014/main" id="{0FEF2AB6-8362-4CEA-8DDD-38DB4F4D1BC8}"/>
              </a:ext>
            </a:extLst>
          </p:cNvPr>
          <p:cNvSpPr>
            <a:spLocks xmlns:a="http://schemas.openxmlformats.org/drawingml/2006/main" noGrp="1"/>
          </p:cNvSpPr>
          <p:nvPr/>
        </p:nvSpPr>
        <p:spPr>
          <a:xfrm xmlns:a="http://schemas.openxmlformats.org/drawingml/2006/main">
            <a:off x="10572750" y="64865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A0E4C9"/>
                </a:solidFill>
                <a:latin typeface="Helvetica Neue"/>
                <a:ea typeface="Helvetica Neue"/>
                <a:cs typeface="Helvetica Neue"/>
              </a:defRPr>
            </a:defPPr>
            <a:lvl1pPr algn="r">
              <a:defRPr sz="975" b="1">
                <a:solidFill>
                  <a:srgbClr val="A0E4C9"/>
                </a:solidFill>
                <a:latin typeface="Helvetica Neue"/>
                <a:ea typeface="Helvetica Neue"/>
                <a:cs typeface="Helvetica Neue"/>
              </a:defRPr>
            </a:lvl1pPr>
            <a:lvl2pPr algn="r">
              <a:defRPr sz="975" b="1">
                <a:solidFill>
                  <a:srgbClr val="A0E4C9"/>
                </a:solidFill>
                <a:latin typeface="Helvetica Neue"/>
                <a:ea typeface="Helvetica Neue"/>
                <a:cs typeface="Helvetica Neue"/>
              </a:defRPr>
            </a:lvl2pPr>
            <a:lvl3pPr algn="r">
              <a:defRPr sz="975" b="1">
                <a:solidFill>
                  <a:srgbClr val="A0E4C9"/>
                </a:solidFill>
                <a:latin typeface="Helvetica Neue"/>
                <a:ea typeface="Helvetica Neue"/>
                <a:cs typeface="Helvetica Neue"/>
              </a:defRPr>
            </a:lvl3pPr>
            <a:lvl4pPr algn="r">
              <a:defRPr sz="975" b="1">
                <a:solidFill>
                  <a:srgbClr val="A0E4C9"/>
                </a:solidFill>
                <a:latin typeface="Helvetica Neue"/>
                <a:ea typeface="Helvetica Neue"/>
                <a:cs typeface="Helvetica Neue"/>
              </a:defRPr>
            </a:lvl4pPr>
            <a:lvl5pPr algn="r">
              <a:defRPr sz="975" b="1">
                <a:solidFill>
                  <a:srgbClr val="A0E4C9"/>
                </a:solidFill>
                <a:latin typeface="Helvetica Neue"/>
                <a:ea typeface="Helvetica Neue"/>
                <a:cs typeface="Helvetica Neue"/>
              </a:defRPr>
            </a:lvl5pPr>
            <a:lvl6pPr algn="r">
              <a:defRPr sz="975" b="1">
                <a:solidFill>
                  <a:srgbClr val="A0E4C9"/>
                </a:solidFill>
                <a:latin typeface="Helvetica Neue"/>
                <a:ea typeface="Helvetica Neue"/>
                <a:cs typeface="Helvetica Neue"/>
              </a:defRPr>
            </a:lvl6pPr>
            <a:lvl7pPr algn="r">
              <a:defRPr sz="975" b="1">
                <a:solidFill>
                  <a:srgbClr val="A0E4C9"/>
                </a:solidFill>
                <a:latin typeface="Helvetica Neue"/>
                <a:ea typeface="Helvetica Neue"/>
                <a:cs typeface="Helvetica Neue"/>
              </a:defRPr>
            </a:lvl7pPr>
            <a:lvl8pPr algn="r">
              <a:defRPr sz="975" b="1">
                <a:solidFill>
                  <a:srgbClr val="A0E4C9"/>
                </a:solidFill>
                <a:latin typeface="Helvetica Neue"/>
                <a:ea typeface="Helvetica Neue"/>
                <a:cs typeface="Helvetica Neue"/>
              </a:defRPr>
            </a:lvl8pPr>
            <a:lvl9pPr algn="r">
              <a:defRPr sz="975" b="1">
                <a:solidFill>
                  <a:srgbClr val="A0E4C9"/>
                </a:solidFill>
                <a:latin typeface="Helvetica Neue"/>
                <a:ea typeface="Helvetica Neue"/>
                <a:cs typeface="Helvetica Neue"/>
              </a:defRPr>
            </a:lvl9pPr>
          </a:lstStyle>
          <a:p xmlns:a="http://schemas.openxmlformats.org/drawingml/2006/main">
            <a:pPr algn="r">
              <a:defRPr sz="975" b="1">
                <a:solidFill>
                  <a:srgbClr val="A0E4C9"/>
                </a:solidFill>
                <a:latin typeface="Helvetica Neue"/>
                <a:ea typeface="Helvetica Neue"/>
                <a:cs typeface="Helvetica Neue"/>
              </a:defRPr>
            </a:pPr>
            <a:r>
              <a:rPr sz="975" b="1">
                <a:solidFill>
                  <a:srgbClr val="A0E4C9"/>
                </a:solidFill>
                <a:latin typeface="Helvetica Neue"/>
                <a:ea typeface="Helvetica Neue"/>
                <a:cs typeface="Helvetica Neue"/>
              </a:rPr>
              <a:t>07 / 07</a:t>
            </a:r>
          </a:p>
        </p:txBody>
      </p:sp>
      <p:sp>
        <p:nvSpPr>
          <p:cNvPr id="8" name="">
            <a:extLst xmlns:a="http://schemas.openxmlformats.org/drawingml/2006/main">
              <a:ext uri="{FF2B5EF4-FFF2-40B4-BE49-F238E27FC236}">
                <a16:creationId xmlns:a16="http://schemas.microsoft.com/office/drawing/2014/main" id="{8FA80E35-88AD-49B1-9E67-8F9FC278DDC3}"/>
              </a:ext>
            </a:extLst>
          </p:cNvPr>
          <p:cNvSpPr>
            <a:spLocks xmlns:a="http://schemas.openxmlformats.org/drawingml/2006/main" noGrp="1"/>
          </p:cNvSpPr>
          <p:nvPr/>
        </p:nvSpPr>
        <p:spPr>
          <a:xfrm xmlns:a="http://schemas.openxmlformats.org/drawingml/2006/main">
            <a:off x="838200" y="2371725"/>
            <a:ext cx="419100" cy="419100"/>
          </a:xfrm>
          <a:prstGeom xmlns:a="http://schemas.openxmlformats.org/drawingml/2006/main" prst="ellipse">
            <a:avLst/>
          </a:prstGeom>
          <a:solidFill xmlns:a="http://schemas.openxmlformats.org/drawingml/2006/main">
            <a:srgbClr val="1D1A3A"/>
          </a:solidFill>
          <a:ln xmlns:a="http://schemas.openxmlformats.org/drawingml/2006/main" w="9525">
            <a:solidFill>
              <a:srgbClr val="A0E4C9"/>
            </a:solidFill>
            <a:prstDash val="solid"/>
          </a:ln>
        </p:spPr>
      </p:sp>
      <p:sp>
        <p:nvSpPr>
          <p:cNvPr id="9" name="">
            <a:extLst xmlns:a="http://schemas.openxmlformats.org/drawingml/2006/main">
              <a:ext uri="{FF2B5EF4-FFF2-40B4-BE49-F238E27FC236}">
                <a16:creationId xmlns:a16="http://schemas.microsoft.com/office/drawing/2014/main" id="{9FECC277-74B1-4ABA-B4AF-F8EA4E4B2A76}"/>
              </a:ext>
            </a:extLst>
          </p:cNvPr>
          <p:cNvSpPr>
            <a:spLocks xmlns:a="http://schemas.openxmlformats.org/drawingml/2006/main" noGrp="1"/>
          </p:cNvSpPr>
          <p:nvPr/>
        </p:nvSpPr>
        <p:spPr>
          <a:xfrm xmlns:a="http://schemas.openxmlformats.org/drawingml/2006/main">
            <a:off x="838200" y="24669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A0E4C9"/>
                </a:solidFill>
                <a:latin typeface="Helvetica Neue"/>
                <a:ea typeface="Helvetica Neue"/>
                <a:cs typeface="Helvetica Neue"/>
              </a:defRPr>
            </a:defPPr>
            <a:lvl1pPr algn="ctr">
              <a:defRPr sz="1200" b="1">
                <a:solidFill>
                  <a:srgbClr val="A0E4C9"/>
                </a:solidFill>
                <a:latin typeface="Helvetica Neue"/>
                <a:ea typeface="Helvetica Neue"/>
                <a:cs typeface="Helvetica Neue"/>
              </a:defRPr>
            </a:lvl1pPr>
            <a:lvl2pPr algn="ctr">
              <a:defRPr sz="1200" b="1">
                <a:solidFill>
                  <a:srgbClr val="A0E4C9"/>
                </a:solidFill>
                <a:latin typeface="Helvetica Neue"/>
                <a:ea typeface="Helvetica Neue"/>
                <a:cs typeface="Helvetica Neue"/>
              </a:defRPr>
            </a:lvl2pPr>
            <a:lvl3pPr algn="ctr">
              <a:defRPr sz="1200" b="1">
                <a:solidFill>
                  <a:srgbClr val="A0E4C9"/>
                </a:solidFill>
                <a:latin typeface="Helvetica Neue"/>
                <a:ea typeface="Helvetica Neue"/>
                <a:cs typeface="Helvetica Neue"/>
              </a:defRPr>
            </a:lvl3pPr>
            <a:lvl4pPr algn="ctr">
              <a:defRPr sz="1200" b="1">
                <a:solidFill>
                  <a:srgbClr val="A0E4C9"/>
                </a:solidFill>
                <a:latin typeface="Helvetica Neue"/>
                <a:ea typeface="Helvetica Neue"/>
                <a:cs typeface="Helvetica Neue"/>
              </a:defRPr>
            </a:lvl4pPr>
            <a:lvl5pPr algn="ctr">
              <a:defRPr sz="1200" b="1">
                <a:solidFill>
                  <a:srgbClr val="A0E4C9"/>
                </a:solidFill>
                <a:latin typeface="Helvetica Neue"/>
                <a:ea typeface="Helvetica Neue"/>
                <a:cs typeface="Helvetica Neue"/>
              </a:defRPr>
            </a:lvl5pPr>
            <a:lvl6pPr algn="ctr">
              <a:defRPr sz="1200" b="1">
                <a:solidFill>
                  <a:srgbClr val="A0E4C9"/>
                </a:solidFill>
                <a:latin typeface="Helvetica Neue"/>
                <a:ea typeface="Helvetica Neue"/>
                <a:cs typeface="Helvetica Neue"/>
              </a:defRPr>
            </a:lvl6pPr>
            <a:lvl7pPr algn="ctr">
              <a:defRPr sz="1200" b="1">
                <a:solidFill>
                  <a:srgbClr val="A0E4C9"/>
                </a:solidFill>
                <a:latin typeface="Helvetica Neue"/>
                <a:ea typeface="Helvetica Neue"/>
                <a:cs typeface="Helvetica Neue"/>
              </a:defRPr>
            </a:lvl7pPr>
            <a:lvl8pPr algn="ctr">
              <a:defRPr sz="1200" b="1">
                <a:solidFill>
                  <a:srgbClr val="A0E4C9"/>
                </a:solidFill>
                <a:latin typeface="Helvetica Neue"/>
                <a:ea typeface="Helvetica Neue"/>
                <a:cs typeface="Helvetica Neue"/>
              </a:defRPr>
            </a:lvl8pPr>
            <a:lvl9pPr algn="ctr">
              <a:defRPr sz="1200" b="1">
                <a:solidFill>
                  <a:srgbClr val="A0E4C9"/>
                </a:solidFill>
                <a:latin typeface="Helvetica Neue"/>
                <a:ea typeface="Helvetica Neue"/>
                <a:cs typeface="Helvetica Neue"/>
              </a:defRPr>
            </a:lvl9pPr>
          </a:lstStyle>
          <a:p xmlns:a="http://schemas.openxmlformats.org/drawingml/2006/main">
            <a:pPr algn="ctr">
              <a:defRPr sz="1200" b="1">
                <a:solidFill>
                  <a:srgbClr val="A0E4C9"/>
                </a:solidFill>
                <a:latin typeface="Helvetica Neue"/>
                <a:ea typeface="Helvetica Neue"/>
                <a:cs typeface="Helvetica Neue"/>
              </a:defRPr>
            </a:pPr>
            <a:r>
              <a:rPr sz="1200" b="1">
                <a:solidFill>
                  <a:srgbClr val="A0E4C9"/>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57CC5F64-3E9E-4A69-8D4F-93E8737FC873}"/>
              </a:ext>
            </a:extLst>
          </p:cNvPr>
          <p:cNvSpPr>
            <a:spLocks xmlns:a="http://schemas.openxmlformats.org/drawingml/2006/main" noGrp="1"/>
          </p:cNvSpPr>
          <p:nvPr/>
        </p:nvSpPr>
        <p:spPr>
          <a:xfrm xmlns:a="http://schemas.openxmlformats.org/drawingml/2006/main">
            <a:off x="1562100" y="2381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7F5FF"/>
                </a:solidFill>
                <a:latin typeface="Helvetica Neue"/>
                <a:ea typeface="Helvetica Neue"/>
                <a:cs typeface="Helvetica Neue"/>
              </a:defRPr>
            </a:defPPr>
            <a:lvl1pPr algn="l">
              <a:defRPr sz="1725" b="1">
                <a:solidFill>
                  <a:srgbClr val="F7F5FF"/>
                </a:solidFill>
                <a:latin typeface="Helvetica Neue"/>
                <a:ea typeface="Helvetica Neue"/>
                <a:cs typeface="Helvetica Neue"/>
              </a:defRPr>
            </a:lvl1pPr>
            <a:lvl2pPr algn="l">
              <a:defRPr sz="1725" b="1">
                <a:solidFill>
                  <a:srgbClr val="F7F5FF"/>
                </a:solidFill>
                <a:latin typeface="Helvetica Neue"/>
                <a:ea typeface="Helvetica Neue"/>
                <a:cs typeface="Helvetica Neue"/>
              </a:defRPr>
            </a:lvl2pPr>
            <a:lvl3pPr algn="l">
              <a:defRPr sz="1725" b="1">
                <a:solidFill>
                  <a:srgbClr val="F7F5FF"/>
                </a:solidFill>
                <a:latin typeface="Helvetica Neue"/>
                <a:ea typeface="Helvetica Neue"/>
                <a:cs typeface="Helvetica Neue"/>
              </a:defRPr>
            </a:lvl3pPr>
            <a:lvl4pPr algn="l">
              <a:defRPr sz="1725" b="1">
                <a:solidFill>
                  <a:srgbClr val="F7F5FF"/>
                </a:solidFill>
                <a:latin typeface="Helvetica Neue"/>
                <a:ea typeface="Helvetica Neue"/>
                <a:cs typeface="Helvetica Neue"/>
              </a:defRPr>
            </a:lvl4pPr>
            <a:lvl5pPr algn="l">
              <a:defRPr sz="1725" b="1">
                <a:solidFill>
                  <a:srgbClr val="F7F5FF"/>
                </a:solidFill>
                <a:latin typeface="Helvetica Neue"/>
                <a:ea typeface="Helvetica Neue"/>
                <a:cs typeface="Helvetica Neue"/>
              </a:defRPr>
            </a:lvl5pPr>
            <a:lvl6pPr algn="l">
              <a:defRPr sz="1725" b="1">
                <a:solidFill>
                  <a:srgbClr val="F7F5FF"/>
                </a:solidFill>
                <a:latin typeface="Helvetica Neue"/>
                <a:ea typeface="Helvetica Neue"/>
                <a:cs typeface="Helvetica Neue"/>
              </a:defRPr>
            </a:lvl6pPr>
            <a:lvl7pPr algn="l">
              <a:defRPr sz="1725" b="1">
                <a:solidFill>
                  <a:srgbClr val="F7F5FF"/>
                </a:solidFill>
                <a:latin typeface="Helvetica Neue"/>
                <a:ea typeface="Helvetica Neue"/>
                <a:cs typeface="Helvetica Neue"/>
              </a:defRPr>
            </a:lvl7pPr>
            <a:lvl8pPr algn="l">
              <a:defRPr sz="1725" b="1">
                <a:solidFill>
                  <a:srgbClr val="F7F5FF"/>
                </a:solidFill>
                <a:latin typeface="Helvetica Neue"/>
                <a:ea typeface="Helvetica Neue"/>
                <a:cs typeface="Helvetica Neue"/>
              </a:defRPr>
            </a:lvl8pPr>
            <a:lvl9pPr algn="l">
              <a:defRPr sz="1725" b="1">
                <a:solidFill>
                  <a:srgbClr val="F7F5FF"/>
                </a:solidFill>
                <a:latin typeface="Helvetica Neue"/>
                <a:ea typeface="Helvetica Neue"/>
                <a:cs typeface="Helvetica Neue"/>
              </a:defRPr>
            </a:lvl9pPr>
          </a:lstStyle>
          <a:p xmlns:a="http://schemas.openxmlformats.org/drawingml/2006/main">
            <a:pPr algn="l">
              <a:defRPr sz="1725" b="1">
                <a:solidFill>
                  <a:srgbClr val="F7F5FF"/>
                </a:solidFill>
                <a:latin typeface="Helvetica Neue"/>
                <a:ea typeface="Helvetica Neue"/>
                <a:cs typeface="Helvetica Neue"/>
              </a:defRPr>
            </a:pPr>
            <a:r>
              <a:rPr sz="1725" b="1">
                <a:solidFill>
                  <a:srgbClr val="F7F5FF"/>
                </a:solidFill>
                <a:latin typeface="Helvetica Neue"/>
                <a:ea typeface="Helvetica Neue"/>
                <a:cs typeface="Helvetica Neue"/>
              </a:rPr>
              <a:t>3 pilot məkan</a:t>
            </a:r>
          </a:p>
        </p:txBody>
      </p:sp>
      <p:sp>
        <p:nvSpPr>
          <p:cNvPr id="11" name="">
            <a:extLst xmlns:a="http://schemas.openxmlformats.org/drawingml/2006/main">
              <a:ext uri="{FF2B5EF4-FFF2-40B4-BE49-F238E27FC236}">
                <a16:creationId xmlns:a16="http://schemas.microsoft.com/office/drawing/2014/main" id="{ED1CAB0C-1060-446C-A10A-2FBF4E517D26}"/>
              </a:ext>
            </a:extLst>
          </p:cNvPr>
          <p:cNvSpPr>
            <a:spLocks xmlns:a="http://schemas.openxmlformats.org/drawingml/2006/main" noGrp="1"/>
          </p:cNvSpPr>
          <p:nvPr/>
        </p:nvSpPr>
        <p:spPr>
          <a:xfrm xmlns:a="http://schemas.openxmlformats.org/drawingml/2006/main">
            <a:off x="4629150" y="2390775"/>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B0ACC9"/>
                </a:solidFill>
                <a:latin typeface="Helvetica Neue"/>
                <a:ea typeface="Helvetica Neue"/>
                <a:cs typeface="Helvetica Neue"/>
              </a:defRPr>
            </a:defPPr>
            <a:lvl1pPr algn="l">
              <a:defRPr sz="1275" b="0">
                <a:solidFill>
                  <a:srgbClr val="B0ACC9"/>
                </a:solidFill>
                <a:latin typeface="Helvetica Neue"/>
                <a:ea typeface="Helvetica Neue"/>
                <a:cs typeface="Helvetica Neue"/>
              </a:defRPr>
            </a:lvl1pPr>
            <a:lvl2pPr algn="l">
              <a:defRPr sz="1275" b="0">
                <a:solidFill>
                  <a:srgbClr val="B0ACC9"/>
                </a:solidFill>
                <a:latin typeface="Helvetica Neue"/>
                <a:ea typeface="Helvetica Neue"/>
                <a:cs typeface="Helvetica Neue"/>
              </a:defRPr>
            </a:lvl2pPr>
            <a:lvl3pPr algn="l">
              <a:defRPr sz="1275" b="0">
                <a:solidFill>
                  <a:srgbClr val="B0ACC9"/>
                </a:solidFill>
                <a:latin typeface="Helvetica Neue"/>
                <a:ea typeface="Helvetica Neue"/>
                <a:cs typeface="Helvetica Neue"/>
              </a:defRPr>
            </a:lvl3pPr>
            <a:lvl4pPr algn="l">
              <a:defRPr sz="1275" b="0">
                <a:solidFill>
                  <a:srgbClr val="B0ACC9"/>
                </a:solidFill>
                <a:latin typeface="Helvetica Neue"/>
                <a:ea typeface="Helvetica Neue"/>
                <a:cs typeface="Helvetica Neue"/>
              </a:defRPr>
            </a:lvl4pPr>
            <a:lvl5pPr algn="l">
              <a:defRPr sz="1275" b="0">
                <a:solidFill>
                  <a:srgbClr val="B0ACC9"/>
                </a:solidFill>
                <a:latin typeface="Helvetica Neue"/>
                <a:ea typeface="Helvetica Neue"/>
                <a:cs typeface="Helvetica Neue"/>
              </a:defRPr>
            </a:lvl5pPr>
            <a:lvl6pPr algn="l">
              <a:defRPr sz="1275" b="0">
                <a:solidFill>
                  <a:srgbClr val="B0ACC9"/>
                </a:solidFill>
                <a:latin typeface="Helvetica Neue"/>
                <a:ea typeface="Helvetica Neue"/>
                <a:cs typeface="Helvetica Neue"/>
              </a:defRPr>
            </a:lvl6pPr>
            <a:lvl7pPr algn="l">
              <a:defRPr sz="1275" b="0">
                <a:solidFill>
                  <a:srgbClr val="B0ACC9"/>
                </a:solidFill>
                <a:latin typeface="Helvetica Neue"/>
                <a:ea typeface="Helvetica Neue"/>
                <a:cs typeface="Helvetica Neue"/>
              </a:defRPr>
            </a:lvl7pPr>
            <a:lvl8pPr algn="l">
              <a:defRPr sz="1275" b="0">
                <a:solidFill>
                  <a:srgbClr val="B0ACC9"/>
                </a:solidFill>
                <a:latin typeface="Helvetica Neue"/>
                <a:ea typeface="Helvetica Neue"/>
                <a:cs typeface="Helvetica Neue"/>
              </a:defRPr>
            </a:lvl8pPr>
            <a:lvl9pPr algn="l">
              <a:defRPr sz="1275" b="0">
                <a:solidFill>
                  <a:srgbClr val="B0ACC9"/>
                </a:solidFill>
                <a:latin typeface="Helvetica Neue"/>
                <a:ea typeface="Helvetica Neue"/>
                <a:cs typeface="Helvetica Neue"/>
              </a:defRPr>
            </a:lvl9pPr>
          </a:lstStyle>
          <a:p xmlns:a="http://schemas.openxmlformats.org/drawingml/2006/main">
            <a:pPr algn="l">
              <a:defRPr sz="1275" b="0">
                <a:solidFill>
                  <a:srgbClr val="B0ACC9"/>
                </a:solidFill>
                <a:latin typeface="Helvetica Neue"/>
                <a:ea typeface="Helvetica Neue"/>
                <a:cs typeface="Helvetica Neue"/>
              </a:defRPr>
            </a:pPr>
            <a:r>
              <a:rPr sz="1275" b="0">
                <a:solidFill>
                  <a:srgbClr val="B0ACC9"/>
                </a:solidFill>
                <a:latin typeface="Helvetica Neue"/>
                <a:ea typeface="Helvetica Neue"/>
                <a:cs typeface="Helvetica Neue"/>
              </a:rPr>
              <a:t>Muzey seçimi və hər məkan üçün unikal QR</a:t>
            </a:r>
          </a:p>
        </p:txBody>
      </p:sp>
      <p:sp>
        <p:nvSpPr>
          <p:cNvPr id="12" name="">
            <a:extLst xmlns:a="http://schemas.openxmlformats.org/drawingml/2006/main">
              <a:ext uri="{FF2B5EF4-FFF2-40B4-BE49-F238E27FC236}">
                <a16:creationId xmlns:a16="http://schemas.microsoft.com/office/drawing/2014/main" id="{CBCEC055-946D-4BBD-8A68-0C15389466B3}"/>
              </a:ext>
            </a:extLst>
          </p:cNvPr>
          <p:cNvSpPr>
            <a:spLocks xmlns:a="http://schemas.openxmlformats.org/drawingml/2006/main" noGrp="1"/>
          </p:cNvSpPr>
          <p:nvPr/>
        </p:nvSpPr>
        <p:spPr>
          <a:xfrm xmlns:a="http://schemas.openxmlformats.org/drawingml/2006/main">
            <a:off x="838200" y="3362325"/>
            <a:ext cx="419100" cy="419100"/>
          </a:xfrm>
          <a:prstGeom xmlns:a="http://schemas.openxmlformats.org/drawingml/2006/main" prst="ellipse">
            <a:avLst/>
          </a:prstGeom>
          <a:solidFill xmlns:a="http://schemas.openxmlformats.org/drawingml/2006/main">
            <a:srgbClr val="1D1A3A"/>
          </a:solidFill>
          <a:ln xmlns:a="http://schemas.openxmlformats.org/drawingml/2006/main" w="9525">
            <a:solidFill>
              <a:srgbClr val="A0E4C9"/>
            </a:solidFill>
            <a:prstDash val="solid"/>
          </a:ln>
        </p:spPr>
      </p:sp>
      <p:sp>
        <p:nvSpPr>
          <p:cNvPr id="13" name="">
            <a:extLst xmlns:a="http://schemas.openxmlformats.org/drawingml/2006/main">
              <a:ext uri="{FF2B5EF4-FFF2-40B4-BE49-F238E27FC236}">
                <a16:creationId xmlns:a16="http://schemas.microsoft.com/office/drawing/2014/main" id="{2D49459C-8F32-4D9F-AE18-2C89453AE369}"/>
              </a:ext>
            </a:extLst>
          </p:cNvPr>
          <p:cNvSpPr>
            <a:spLocks xmlns:a="http://schemas.openxmlformats.org/drawingml/2006/main" noGrp="1"/>
          </p:cNvSpPr>
          <p:nvPr/>
        </p:nvSpPr>
        <p:spPr>
          <a:xfrm xmlns:a="http://schemas.openxmlformats.org/drawingml/2006/main">
            <a:off x="838200" y="34575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A0E4C9"/>
                </a:solidFill>
                <a:latin typeface="Helvetica Neue"/>
                <a:ea typeface="Helvetica Neue"/>
                <a:cs typeface="Helvetica Neue"/>
              </a:defRPr>
            </a:defPPr>
            <a:lvl1pPr algn="ctr">
              <a:defRPr sz="1200" b="1">
                <a:solidFill>
                  <a:srgbClr val="A0E4C9"/>
                </a:solidFill>
                <a:latin typeface="Helvetica Neue"/>
                <a:ea typeface="Helvetica Neue"/>
                <a:cs typeface="Helvetica Neue"/>
              </a:defRPr>
            </a:lvl1pPr>
            <a:lvl2pPr algn="ctr">
              <a:defRPr sz="1200" b="1">
                <a:solidFill>
                  <a:srgbClr val="A0E4C9"/>
                </a:solidFill>
                <a:latin typeface="Helvetica Neue"/>
                <a:ea typeface="Helvetica Neue"/>
                <a:cs typeface="Helvetica Neue"/>
              </a:defRPr>
            </a:lvl2pPr>
            <a:lvl3pPr algn="ctr">
              <a:defRPr sz="1200" b="1">
                <a:solidFill>
                  <a:srgbClr val="A0E4C9"/>
                </a:solidFill>
                <a:latin typeface="Helvetica Neue"/>
                <a:ea typeface="Helvetica Neue"/>
                <a:cs typeface="Helvetica Neue"/>
              </a:defRPr>
            </a:lvl3pPr>
            <a:lvl4pPr algn="ctr">
              <a:defRPr sz="1200" b="1">
                <a:solidFill>
                  <a:srgbClr val="A0E4C9"/>
                </a:solidFill>
                <a:latin typeface="Helvetica Neue"/>
                <a:ea typeface="Helvetica Neue"/>
                <a:cs typeface="Helvetica Neue"/>
              </a:defRPr>
            </a:lvl4pPr>
            <a:lvl5pPr algn="ctr">
              <a:defRPr sz="1200" b="1">
                <a:solidFill>
                  <a:srgbClr val="A0E4C9"/>
                </a:solidFill>
                <a:latin typeface="Helvetica Neue"/>
                <a:ea typeface="Helvetica Neue"/>
                <a:cs typeface="Helvetica Neue"/>
              </a:defRPr>
            </a:lvl5pPr>
            <a:lvl6pPr algn="ctr">
              <a:defRPr sz="1200" b="1">
                <a:solidFill>
                  <a:srgbClr val="A0E4C9"/>
                </a:solidFill>
                <a:latin typeface="Helvetica Neue"/>
                <a:ea typeface="Helvetica Neue"/>
                <a:cs typeface="Helvetica Neue"/>
              </a:defRPr>
            </a:lvl6pPr>
            <a:lvl7pPr algn="ctr">
              <a:defRPr sz="1200" b="1">
                <a:solidFill>
                  <a:srgbClr val="A0E4C9"/>
                </a:solidFill>
                <a:latin typeface="Helvetica Neue"/>
                <a:ea typeface="Helvetica Neue"/>
                <a:cs typeface="Helvetica Neue"/>
              </a:defRPr>
            </a:lvl7pPr>
            <a:lvl8pPr algn="ctr">
              <a:defRPr sz="1200" b="1">
                <a:solidFill>
                  <a:srgbClr val="A0E4C9"/>
                </a:solidFill>
                <a:latin typeface="Helvetica Neue"/>
                <a:ea typeface="Helvetica Neue"/>
                <a:cs typeface="Helvetica Neue"/>
              </a:defRPr>
            </a:lvl8pPr>
            <a:lvl9pPr algn="ctr">
              <a:defRPr sz="1200" b="1">
                <a:solidFill>
                  <a:srgbClr val="A0E4C9"/>
                </a:solidFill>
                <a:latin typeface="Helvetica Neue"/>
                <a:ea typeface="Helvetica Neue"/>
                <a:cs typeface="Helvetica Neue"/>
              </a:defRPr>
            </a:lvl9pPr>
          </a:lstStyle>
          <a:p xmlns:a="http://schemas.openxmlformats.org/drawingml/2006/main">
            <a:pPr algn="ctr">
              <a:defRPr sz="1200" b="1">
                <a:solidFill>
                  <a:srgbClr val="A0E4C9"/>
                </a:solidFill>
                <a:latin typeface="Helvetica Neue"/>
                <a:ea typeface="Helvetica Neue"/>
                <a:cs typeface="Helvetica Neue"/>
              </a:defRPr>
            </a:pPr>
            <a:r>
              <a:rPr sz="1200" b="1">
                <a:solidFill>
                  <a:srgbClr val="A0E4C9"/>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84A6DEEB-DAC7-4D9A-B3EE-5BB16AB762C6}"/>
              </a:ext>
            </a:extLst>
          </p:cNvPr>
          <p:cNvSpPr>
            <a:spLocks xmlns:a="http://schemas.openxmlformats.org/drawingml/2006/main" noGrp="1"/>
          </p:cNvSpPr>
          <p:nvPr/>
        </p:nvSpPr>
        <p:spPr>
          <a:xfrm xmlns:a="http://schemas.openxmlformats.org/drawingml/2006/main">
            <a:off x="1562100" y="3371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7F5FF"/>
                </a:solidFill>
                <a:latin typeface="Helvetica Neue"/>
                <a:ea typeface="Helvetica Neue"/>
                <a:cs typeface="Helvetica Neue"/>
              </a:defRPr>
            </a:defPPr>
            <a:lvl1pPr algn="l">
              <a:defRPr sz="1725" b="1">
                <a:solidFill>
                  <a:srgbClr val="F7F5FF"/>
                </a:solidFill>
                <a:latin typeface="Helvetica Neue"/>
                <a:ea typeface="Helvetica Neue"/>
                <a:cs typeface="Helvetica Neue"/>
              </a:defRPr>
            </a:lvl1pPr>
            <a:lvl2pPr algn="l">
              <a:defRPr sz="1725" b="1">
                <a:solidFill>
                  <a:srgbClr val="F7F5FF"/>
                </a:solidFill>
                <a:latin typeface="Helvetica Neue"/>
                <a:ea typeface="Helvetica Neue"/>
                <a:cs typeface="Helvetica Neue"/>
              </a:defRPr>
            </a:lvl2pPr>
            <a:lvl3pPr algn="l">
              <a:defRPr sz="1725" b="1">
                <a:solidFill>
                  <a:srgbClr val="F7F5FF"/>
                </a:solidFill>
                <a:latin typeface="Helvetica Neue"/>
                <a:ea typeface="Helvetica Neue"/>
                <a:cs typeface="Helvetica Neue"/>
              </a:defRPr>
            </a:lvl3pPr>
            <a:lvl4pPr algn="l">
              <a:defRPr sz="1725" b="1">
                <a:solidFill>
                  <a:srgbClr val="F7F5FF"/>
                </a:solidFill>
                <a:latin typeface="Helvetica Neue"/>
                <a:ea typeface="Helvetica Neue"/>
                <a:cs typeface="Helvetica Neue"/>
              </a:defRPr>
            </a:lvl4pPr>
            <a:lvl5pPr algn="l">
              <a:defRPr sz="1725" b="1">
                <a:solidFill>
                  <a:srgbClr val="F7F5FF"/>
                </a:solidFill>
                <a:latin typeface="Helvetica Neue"/>
                <a:ea typeface="Helvetica Neue"/>
                <a:cs typeface="Helvetica Neue"/>
              </a:defRPr>
            </a:lvl5pPr>
            <a:lvl6pPr algn="l">
              <a:defRPr sz="1725" b="1">
                <a:solidFill>
                  <a:srgbClr val="F7F5FF"/>
                </a:solidFill>
                <a:latin typeface="Helvetica Neue"/>
                <a:ea typeface="Helvetica Neue"/>
                <a:cs typeface="Helvetica Neue"/>
              </a:defRPr>
            </a:lvl6pPr>
            <a:lvl7pPr algn="l">
              <a:defRPr sz="1725" b="1">
                <a:solidFill>
                  <a:srgbClr val="F7F5FF"/>
                </a:solidFill>
                <a:latin typeface="Helvetica Neue"/>
                <a:ea typeface="Helvetica Neue"/>
                <a:cs typeface="Helvetica Neue"/>
              </a:defRPr>
            </a:lvl7pPr>
            <a:lvl8pPr algn="l">
              <a:defRPr sz="1725" b="1">
                <a:solidFill>
                  <a:srgbClr val="F7F5FF"/>
                </a:solidFill>
                <a:latin typeface="Helvetica Neue"/>
                <a:ea typeface="Helvetica Neue"/>
                <a:cs typeface="Helvetica Neue"/>
              </a:defRPr>
            </a:lvl8pPr>
            <a:lvl9pPr algn="l">
              <a:defRPr sz="1725" b="1">
                <a:solidFill>
                  <a:srgbClr val="F7F5FF"/>
                </a:solidFill>
                <a:latin typeface="Helvetica Neue"/>
                <a:ea typeface="Helvetica Neue"/>
                <a:cs typeface="Helvetica Neue"/>
              </a:defRPr>
            </a:lvl9pPr>
          </a:lstStyle>
          <a:p xmlns:a="http://schemas.openxmlformats.org/drawingml/2006/main">
            <a:pPr algn="l">
              <a:defRPr sz="1725" b="1">
                <a:solidFill>
                  <a:srgbClr val="F7F5FF"/>
                </a:solidFill>
                <a:latin typeface="Helvetica Neue"/>
                <a:ea typeface="Helvetica Neue"/>
                <a:cs typeface="Helvetica Neue"/>
              </a:defRPr>
            </a:pPr>
            <a:r>
              <a:rPr sz="1725" b="1">
                <a:solidFill>
                  <a:srgbClr val="F7F5FF"/>
                </a:solidFill>
                <a:latin typeface="Helvetica Neue"/>
                <a:ea typeface="Helvetica Neue"/>
                <a:cs typeface="Helvetica Neue"/>
              </a:rPr>
              <a:t>Kuratorla yoxlama</a:t>
            </a:r>
          </a:p>
        </p:txBody>
      </p:sp>
      <p:sp>
        <p:nvSpPr>
          <p:cNvPr id="15" name="">
            <a:extLst xmlns:a="http://schemas.openxmlformats.org/drawingml/2006/main">
              <a:ext uri="{FF2B5EF4-FFF2-40B4-BE49-F238E27FC236}">
                <a16:creationId xmlns:a16="http://schemas.microsoft.com/office/drawing/2014/main" id="{77CC6992-5022-47C7-9ED1-C4BB54542BFF}"/>
              </a:ext>
            </a:extLst>
          </p:cNvPr>
          <p:cNvSpPr>
            <a:spLocks xmlns:a="http://schemas.openxmlformats.org/drawingml/2006/main" noGrp="1"/>
          </p:cNvSpPr>
          <p:nvPr/>
        </p:nvSpPr>
        <p:spPr>
          <a:xfrm xmlns:a="http://schemas.openxmlformats.org/drawingml/2006/main">
            <a:off x="4629150" y="3381375"/>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B0ACC9"/>
                </a:solidFill>
                <a:latin typeface="Helvetica Neue"/>
                <a:ea typeface="Helvetica Neue"/>
                <a:cs typeface="Helvetica Neue"/>
              </a:defRPr>
            </a:defPPr>
            <a:lvl1pPr algn="l">
              <a:defRPr sz="1275" b="0">
                <a:solidFill>
                  <a:srgbClr val="B0ACC9"/>
                </a:solidFill>
                <a:latin typeface="Helvetica Neue"/>
                <a:ea typeface="Helvetica Neue"/>
                <a:cs typeface="Helvetica Neue"/>
              </a:defRPr>
            </a:lvl1pPr>
            <a:lvl2pPr algn="l">
              <a:defRPr sz="1275" b="0">
                <a:solidFill>
                  <a:srgbClr val="B0ACC9"/>
                </a:solidFill>
                <a:latin typeface="Helvetica Neue"/>
                <a:ea typeface="Helvetica Neue"/>
                <a:cs typeface="Helvetica Neue"/>
              </a:defRPr>
            </a:lvl2pPr>
            <a:lvl3pPr algn="l">
              <a:defRPr sz="1275" b="0">
                <a:solidFill>
                  <a:srgbClr val="B0ACC9"/>
                </a:solidFill>
                <a:latin typeface="Helvetica Neue"/>
                <a:ea typeface="Helvetica Neue"/>
                <a:cs typeface="Helvetica Neue"/>
              </a:defRPr>
            </a:lvl3pPr>
            <a:lvl4pPr algn="l">
              <a:defRPr sz="1275" b="0">
                <a:solidFill>
                  <a:srgbClr val="B0ACC9"/>
                </a:solidFill>
                <a:latin typeface="Helvetica Neue"/>
                <a:ea typeface="Helvetica Neue"/>
                <a:cs typeface="Helvetica Neue"/>
              </a:defRPr>
            </a:lvl4pPr>
            <a:lvl5pPr algn="l">
              <a:defRPr sz="1275" b="0">
                <a:solidFill>
                  <a:srgbClr val="B0ACC9"/>
                </a:solidFill>
                <a:latin typeface="Helvetica Neue"/>
                <a:ea typeface="Helvetica Neue"/>
                <a:cs typeface="Helvetica Neue"/>
              </a:defRPr>
            </a:lvl5pPr>
            <a:lvl6pPr algn="l">
              <a:defRPr sz="1275" b="0">
                <a:solidFill>
                  <a:srgbClr val="B0ACC9"/>
                </a:solidFill>
                <a:latin typeface="Helvetica Neue"/>
                <a:ea typeface="Helvetica Neue"/>
                <a:cs typeface="Helvetica Neue"/>
              </a:defRPr>
            </a:lvl6pPr>
            <a:lvl7pPr algn="l">
              <a:defRPr sz="1275" b="0">
                <a:solidFill>
                  <a:srgbClr val="B0ACC9"/>
                </a:solidFill>
                <a:latin typeface="Helvetica Neue"/>
                <a:ea typeface="Helvetica Neue"/>
                <a:cs typeface="Helvetica Neue"/>
              </a:defRPr>
            </a:lvl7pPr>
            <a:lvl8pPr algn="l">
              <a:defRPr sz="1275" b="0">
                <a:solidFill>
                  <a:srgbClr val="B0ACC9"/>
                </a:solidFill>
                <a:latin typeface="Helvetica Neue"/>
                <a:ea typeface="Helvetica Neue"/>
                <a:cs typeface="Helvetica Neue"/>
              </a:defRPr>
            </a:lvl8pPr>
            <a:lvl9pPr algn="l">
              <a:defRPr sz="1275" b="0">
                <a:solidFill>
                  <a:srgbClr val="B0ACC9"/>
                </a:solidFill>
                <a:latin typeface="Helvetica Neue"/>
                <a:ea typeface="Helvetica Neue"/>
                <a:cs typeface="Helvetica Neue"/>
              </a:defRPr>
            </a:lvl9pPr>
          </a:lstStyle>
          <a:p xmlns:a="http://schemas.openxmlformats.org/drawingml/2006/main">
            <a:pPr algn="l">
              <a:defRPr sz="1275" b="0">
                <a:solidFill>
                  <a:srgbClr val="B0ACC9"/>
                </a:solidFill>
                <a:latin typeface="Helvetica Neue"/>
                <a:ea typeface="Helvetica Neue"/>
                <a:cs typeface="Helvetica Neue"/>
              </a:defRPr>
            </a:pPr>
            <a:r>
              <a:rPr sz="1275" b="0">
                <a:solidFill>
                  <a:srgbClr val="B0ACC9"/>
                </a:solidFill>
                <a:latin typeface="Helvetica Neue"/>
                <a:ea typeface="Helvetica Neue"/>
                <a:cs typeface="Helvetica Neue"/>
              </a:rPr>
              <a:t>Tapşırıq mətni, QR yerləşimi və ziyarət qaydası</a:t>
            </a:r>
          </a:p>
        </p:txBody>
      </p:sp>
      <p:sp>
        <p:nvSpPr>
          <p:cNvPr id="16" name="">
            <a:extLst xmlns:a="http://schemas.openxmlformats.org/drawingml/2006/main">
              <a:ext uri="{FF2B5EF4-FFF2-40B4-BE49-F238E27FC236}">
                <a16:creationId xmlns:a16="http://schemas.microsoft.com/office/drawing/2014/main" id="{3A8099DD-8D5D-4285-B07A-598F6DA699CE}"/>
              </a:ext>
            </a:extLst>
          </p:cNvPr>
          <p:cNvSpPr>
            <a:spLocks xmlns:a="http://schemas.openxmlformats.org/drawingml/2006/main" noGrp="1"/>
          </p:cNvSpPr>
          <p:nvPr/>
        </p:nvSpPr>
        <p:spPr>
          <a:xfrm xmlns:a="http://schemas.openxmlformats.org/drawingml/2006/main">
            <a:off x="838200" y="4352925"/>
            <a:ext cx="419100" cy="419100"/>
          </a:xfrm>
          <a:prstGeom xmlns:a="http://schemas.openxmlformats.org/drawingml/2006/main" prst="ellipse">
            <a:avLst/>
          </a:prstGeom>
          <a:solidFill xmlns:a="http://schemas.openxmlformats.org/drawingml/2006/main">
            <a:srgbClr val="F5B942"/>
          </a:solidFill>
          <a:ln xmlns:a="http://schemas.openxmlformats.org/drawingml/2006/main" w="9525">
            <a:solidFill>
              <a:srgbClr val="F5B942"/>
            </a:solidFill>
            <a:prstDash val="solid"/>
          </a:ln>
        </p:spPr>
      </p:sp>
      <p:sp>
        <p:nvSpPr>
          <p:cNvPr id="17" name="">
            <a:extLst xmlns:a="http://schemas.openxmlformats.org/drawingml/2006/main">
              <a:ext uri="{FF2B5EF4-FFF2-40B4-BE49-F238E27FC236}">
                <a16:creationId xmlns:a16="http://schemas.microsoft.com/office/drawing/2014/main" id="{52CC0E3F-61DE-4913-B22D-9E31C31908DB}"/>
              </a:ext>
            </a:extLst>
          </p:cNvPr>
          <p:cNvSpPr>
            <a:spLocks xmlns:a="http://schemas.openxmlformats.org/drawingml/2006/main" noGrp="1"/>
          </p:cNvSpPr>
          <p:nvPr/>
        </p:nvSpPr>
        <p:spPr>
          <a:xfrm xmlns:a="http://schemas.openxmlformats.org/drawingml/2006/main">
            <a:off x="838200" y="44481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09102B"/>
                </a:solidFill>
                <a:latin typeface="Helvetica Neue"/>
                <a:ea typeface="Helvetica Neue"/>
                <a:cs typeface="Helvetica Neue"/>
              </a:defRPr>
            </a:defPPr>
            <a:lvl1pPr algn="ctr">
              <a:defRPr sz="1200" b="1">
                <a:solidFill>
                  <a:srgbClr val="09102B"/>
                </a:solidFill>
                <a:latin typeface="Helvetica Neue"/>
                <a:ea typeface="Helvetica Neue"/>
                <a:cs typeface="Helvetica Neue"/>
              </a:defRPr>
            </a:lvl1pPr>
            <a:lvl2pPr algn="ctr">
              <a:defRPr sz="1200" b="1">
                <a:solidFill>
                  <a:srgbClr val="09102B"/>
                </a:solidFill>
                <a:latin typeface="Helvetica Neue"/>
                <a:ea typeface="Helvetica Neue"/>
                <a:cs typeface="Helvetica Neue"/>
              </a:defRPr>
            </a:lvl2pPr>
            <a:lvl3pPr algn="ctr">
              <a:defRPr sz="1200" b="1">
                <a:solidFill>
                  <a:srgbClr val="09102B"/>
                </a:solidFill>
                <a:latin typeface="Helvetica Neue"/>
                <a:ea typeface="Helvetica Neue"/>
                <a:cs typeface="Helvetica Neue"/>
              </a:defRPr>
            </a:lvl3pPr>
            <a:lvl4pPr algn="ctr">
              <a:defRPr sz="1200" b="1">
                <a:solidFill>
                  <a:srgbClr val="09102B"/>
                </a:solidFill>
                <a:latin typeface="Helvetica Neue"/>
                <a:ea typeface="Helvetica Neue"/>
                <a:cs typeface="Helvetica Neue"/>
              </a:defRPr>
            </a:lvl4pPr>
            <a:lvl5pPr algn="ctr">
              <a:defRPr sz="1200" b="1">
                <a:solidFill>
                  <a:srgbClr val="09102B"/>
                </a:solidFill>
                <a:latin typeface="Helvetica Neue"/>
                <a:ea typeface="Helvetica Neue"/>
                <a:cs typeface="Helvetica Neue"/>
              </a:defRPr>
            </a:lvl5pPr>
            <a:lvl6pPr algn="ctr">
              <a:defRPr sz="1200" b="1">
                <a:solidFill>
                  <a:srgbClr val="09102B"/>
                </a:solidFill>
                <a:latin typeface="Helvetica Neue"/>
                <a:ea typeface="Helvetica Neue"/>
                <a:cs typeface="Helvetica Neue"/>
              </a:defRPr>
            </a:lvl6pPr>
            <a:lvl7pPr algn="ctr">
              <a:defRPr sz="1200" b="1">
                <a:solidFill>
                  <a:srgbClr val="09102B"/>
                </a:solidFill>
                <a:latin typeface="Helvetica Neue"/>
                <a:ea typeface="Helvetica Neue"/>
                <a:cs typeface="Helvetica Neue"/>
              </a:defRPr>
            </a:lvl7pPr>
            <a:lvl8pPr algn="ctr">
              <a:defRPr sz="1200" b="1">
                <a:solidFill>
                  <a:srgbClr val="09102B"/>
                </a:solidFill>
                <a:latin typeface="Helvetica Neue"/>
                <a:ea typeface="Helvetica Neue"/>
                <a:cs typeface="Helvetica Neue"/>
              </a:defRPr>
            </a:lvl8pPr>
            <a:lvl9pPr algn="ctr">
              <a:defRPr sz="1200" b="1">
                <a:solidFill>
                  <a:srgbClr val="09102B"/>
                </a:solidFill>
                <a:latin typeface="Helvetica Neue"/>
                <a:ea typeface="Helvetica Neue"/>
                <a:cs typeface="Helvetica Neue"/>
              </a:defRPr>
            </a:lvl9pPr>
          </a:lstStyle>
          <a:p xmlns:a="http://schemas.openxmlformats.org/drawingml/2006/main">
            <a:pPr algn="ctr">
              <a:defRPr sz="1200" b="1">
                <a:solidFill>
                  <a:srgbClr val="09102B"/>
                </a:solidFill>
                <a:latin typeface="Helvetica Neue"/>
                <a:ea typeface="Helvetica Neue"/>
                <a:cs typeface="Helvetica Neue"/>
              </a:defRPr>
            </a:pPr>
            <a:r>
              <a:rPr sz="1200" b="1">
                <a:solidFill>
                  <a:srgbClr val="09102B"/>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CBBCF481-A6E1-45DF-9DC4-4860A17FF305}"/>
              </a:ext>
            </a:extLst>
          </p:cNvPr>
          <p:cNvSpPr>
            <a:spLocks xmlns:a="http://schemas.openxmlformats.org/drawingml/2006/main" noGrp="1"/>
          </p:cNvSpPr>
          <p:nvPr/>
        </p:nvSpPr>
        <p:spPr>
          <a:xfrm xmlns:a="http://schemas.openxmlformats.org/drawingml/2006/main">
            <a:off x="1562100" y="4362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7F5FF"/>
                </a:solidFill>
                <a:latin typeface="Helvetica Neue"/>
                <a:ea typeface="Helvetica Neue"/>
                <a:cs typeface="Helvetica Neue"/>
              </a:defRPr>
            </a:defPPr>
            <a:lvl1pPr algn="l">
              <a:defRPr sz="1725" b="1">
                <a:solidFill>
                  <a:srgbClr val="F7F5FF"/>
                </a:solidFill>
                <a:latin typeface="Helvetica Neue"/>
                <a:ea typeface="Helvetica Neue"/>
                <a:cs typeface="Helvetica Neue"/>
              </a:defRPr>
            </a:lvl1pPr>
            <a:lvl2pPr algn="l">
              <a:defRPr sz="1725" b="1">
                <a:solidFill>
                  <a:srgbClr val="F7F5FF"/>
                </a:solidFill>
                <a:latin typeface="Helvetica Neue"/>
                <a:ea typeface="Helvetica Neue"/>
                <a:cs typeface="Helvetica Neue"/>
              </a:defRPr>
            </a:lvl2pPr>
            <a:lvl3pPr algn="l">
              <a:defRPr sz="1725" b="1">
                <a:solidFill>
                  <a:srgbClr val="F7F5FF"/>
                </a:solidFill>
                <a:latin typeface="Helvetica Neue"/>
                <a:ea typeface="Helvetica Neue"/>
                <a:cs typeface="Helvetica Neue"/>
              </a:defRPr>
            </a:lvl3pPr>
            <a:lvl4pPr algn="l">
              <a:defRPr sz="1725" b="1">
                <a:solidFill>
                  <a:srgbClr val="F7F5FF"/>
                </a:solidFill>
                <a:latin typeface="Helvetica Neue"/>
                <a:ea typeface="Helvetica Neue"/>
                <a:cs typeface="Helvetica Neue"/>
              </a:defRPr>
            </a:lvl4pPr>
            <a:lvl5pPr algn="l">
              <a:defRPr sz="1725" b="1">
                <a:solidFill>
                  <a:srgbClr val="F7F5FF"/>
                </a:solidFill>
                <a:latin typeface="Helvetica Neue"/>
                <a:ea typeface="Helvetica Neue"/>
                <a:cs typeface="Helvetica Neue"/>
              </a:defRPr>
            </a:lvl5pPr>
            <a:lvl6pPr algn="l">
              <a:defRPr sz="1725" b="1">
                <a:solidFill>
                  <a:srgbClr val="F7F5FF"/>
                </a:solidFill>
                <a:latin typeface="Helvetica Neue"/>
                <a:ea typeface="Helvetica Neue"/>
                <a:cs typeface="Helvetica Neue"/>
              </a:defRPr>
            </a:lvl6pPr>
            <a:lvl7pPr algn="l">
              <a:defRPr sz="1725" b="1">
                <a:solidFill>
                  <a:srgbClr val="F7F5FF"/>
                </a:solidFill>
                <a:latin typeface="Helvetica Neue"/>
                <a:ea typeface="Helvetica Neue"/>
                <a:cs typeface="Helvetica Neue"/>
              </a:defRPr>
            </a:lvl7pPr>
            <a:lvl8pPr algn="l">
              <a:defRPr sz="1725" b="1">
                <a:solidFill>
                  <a:srgbClr val="F7F5FF"/>
                </a:solidFill>
                <a:latin typeface="Helvetica Neue"/>
                <a:ea typeface="Helvetica Neue"/>
                <a:cs typeface="Helvetica Neue"/>
              </a:defRPr>
            </a:lvl8pPr>
            <a:lvl9pPr algn="l">
              <a:defRPr sz="1725" b="1">
                <a:solidFill>
                  <a:srgbClr val="F7F5FF"/>
                </a:solidFill>
                <a:latin typeface="Helvetica Neue"/>
                <a:ea typeface="Helvetica Neue"/>
                <a:cs typeface="Helvetica Neue"/>
              </a:defRPr>
            </a:lvl9pPr>
          </a:lstStyle>
          <a:p xmlns:a="http://schemas.openxmlformats.org/drawingml/2006/main">
            <a:pPr algn="l">
              <a:defRPr sz="1725" b="1">
                <a:solidFill>
                  <a:srgbClr val="F7F5FF"/>
                </a:solidFill>
                <a:latin typeface="Helvetica Neue"/>
                <a:ea typeface="Helvetica Neue"/>
                <a:cs typeface="Helvetica Neue"/>
              </a:defRPr>
            </a:pPr>
            <a:r>
              <a:rPr sz="1725" b="1">
                <a:solidFill>
                  <a:srgbClr val="F7F5FF"/>
                </a:solidFill>
                <a:latin typeface="Helvetica Neue"/>
                <a:ea typeface="Helvetica Neue"/>
                <a:cs typeface="Helvetica Neue"/>
              </a:rPr>
              <a:t>Nəticəni ölç</a:t>
            </a:r>
          </a:p>
        </p:txBody>
      </p:sp>
      <p:sp>
        <p:nvSpPr>
          <p:cNvPr id="19" name="">
            <a:extLst xmlns:a="http://schemas.openxmlformats.org/drawingml/2006/main">
              <a:ext uri="{FF2B5EF4-FFF2-40B4-BE49-F238E27FC236}">
                <a16:creationId xmlns:a16="http://schemas.microsoft.com/office/drawing/2014/main" id="{A3FFB64B-D891-4E04-823A-C671F790BB9F}"/>
              </a:ext>
            </a:extLst>
          </p:cNvPr>
          <p:cNvSpPr>
            <a:spLocks xmlns:a="http://schemas.openxmlformats.org/drawingml/2006/main" noGrp="1"/>
          </p:cNvSpPr>
          <p:nvPr/>
        </p:nvSpPr>
        <p:spPr>
          <a:xfrm xmlns:a="http://schemas.openxmlformats.org/drawingml/2006/main">
            <a:off x="4629150" y="4371975"/>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B0ACC9"/>
                </a:solidFill>
                <a:latin typeface="Helvetica Neue"/>
                <a:ea typeface="Helvetica Neue"/>
                <a:cs typeface="Helvetica Neue"/>
              </a:defRPr>
            </a:defPPr>
            <a:lvl1pPr algn="l">
              <a:defRPr sz="1275" b="0">
                <a:solidFill>
                  <a:srgbClr val="B0ACC9"/>
                </a:solidFill>
                <a:latin typeface="Helvetica Neue"/>
                <a:ea typeface="Helvetica Neue"/>
                <a:cs typeface="Helvetica Neue"/>
              </a:defRPr>
            </a:lvl1pPr>
            <a:lvl2pPr algn="l">
              <a:defRPr sz="1275" b="0">
                <a:solidFill>
                  <a:srgbClr val="B0ACC9"/>
                </a:solidFill>
                <a:latin typeface="Helvetica Neue"/>
                <a:ea typeface="Helvetica Neue"/>
                <a:cs typeface="Helvetica Neue"/>
              </a:defRPr>
            </a:lvl2pPr>
            <a:lvl3pPr algn="l">
              <a:defRPr sz="1275" b="0">
                <a:solidFill>
                  <a:srgbClr val="B0ACC9"/>
                </a:solidFill>
                <a:latin typeface="Helvetica Neue"/>
                <a:ea typeface="Helvetica Neue"/>
                <a:cs typeface="Helvetica Neue"/>
              </a:defRPr>
            </a:lvl3pPr>
            <a:lvl4pPr algn="l">
              <a:defRPr sz="1275" b="0">
                <a:solidFill>
                  <a:srgbClr val="B0ACC9"/>
                </a:solidFill>
                <a:latin typeface="Helvetica Neue"/>
                <a:ea typeface="Helvetica Neue"/>
                <a:cs typeface="Helvetica Neue"/>
              </a:defRPr>
            </a:lvl4pPr>
            <a:lvl5pPr algn="l">
              <a:defRPr sz="1275" b="0">
                <a:solidFill>
                  <a:srgbClr val="B0ACC9"/>
                </a:solidFill>
                <a:latin typeface="Helvetica Neue"/>
                <a:ea typeface="Helvetica Neue"/>
                <a:cs typeface="Helvetica Neue"/>
              </a:defRPr>
            </a:lvl5pPr>
            <a:lvl6pPr algn="l">
              <a:defRPr sz="1275" b="0">
                <a:solidFill>
                  <a:srgbClr val="B0ACC9"/>
                </a:solidFill>
                <a:latin typeface="Helvetica Neue"/>
                <a:ea typeface="Helvetica Neue"/>
                <a:cs typeface="Helvetica Neue"/>
              </a:defRPr>
            </a:lvl6pPr>
            <a:lvl7pPr algn="l">
              <a:defRPr sz="1275" b="0">
                <a:solidFill>
                  <a:srgbClr val="B0ACC9"/>
                </a:solidFill>
                <a:latin typeface="Helvetica Neue"/>
                <a:ea typeface="Helvetica Neue"/>
                <a:cs typeface="Helvetica Neue"/>
              </a:defRPr>
            </a:lvl7pPr>
            <a:lvl8pPr algn="l">
              <a:defRPr sz="1275" b="0">
                <a:solidFill>
                  <a:srgbClr val="B0ACC9"/>
                </a:solidFill>
                <a:latin typeface="Helvetica Neue"/>
                <a:ea typeface="Helvetica Neue"/>
                <a:cs typeface="Helvetica Neue"/>
              </a:defRPr>
            </a:lvl8pPr>
            <a:lvl9pPr algn="l">
              <a:defRPr sz="1275" b="0">
                <a:solidFill>
                  <a:srgbClr val="B0ACC9"/>
                </a:solidFill>
                <a:latin typeface="Helvetica Neue"/>
                <a:ea typeface="Helvetica Neue"/>
                <a:cs typeface="Helvetica Neue"/>
              </a:defRPr>
            </a:lvl9pPr>
          </a:lstStyle>
          <a:p xmlns:a="http://schemas.openxmlformats.org/drawingml/2006/main">
            <a:pPr algn="l">
              <a:defRPr sz="1275" b="0">
                <a:solidFill>
                  <a:srgbClr val="B0ACC9"/>
                </a:solidFill>
                <a:latin typeface="Helvetica Neue"/>
                <a:ea typeface="Helvetica Neue"/>
                <a:cs typeface="Helvetica Neue"/>
              </a:defRPr>
            </a:pPr>
            <a:r>
              <a:rPr sz="1275" b="0">
                <a:solidFill>
                  <a:srgbClr val="B0ACC9"/>
                </a:solidFill>
                <a:latin typeface="Helvetica Neue"/>
                <a:ea typeface="Helvetica Neue"/>
                <a:cs typeface="Helvetica Neue"/>
              </a:rPr>
              <a:t>Təsdiqlənən ziyarət, ikinci muzeyə keçid, qayıdış və bilet klikləri</a:t>
            </a:r>
          </a:p>
        </p:txBody>
      </p:sp>
      <p:sp>
        <p:nvSpPr>
          <p:cNvPr id="20" name="">
            <a:extLst xmlns:a="http://schemas.openxmlformats.org/drawingml/2006/main">
              <a:ext uri="{FF2B5EF4-FFF2-40B4-BE49-F238E27FC236}">
                <a16:creationId xmlns:a16="http://schemas.microsoft.com/office/drawing/2014/main" id="{22DB2DCB-8CD8-46A3-B610-F87D7E8ABE5B}"/>
              </a:ext>
            </a:extLst>
          </p:cNvPr>
          <p:cNvSpPr>
            <a:spLocks xmlns:a="http://schemas.openxmlformats.org/drawingml/2006/main" noGrp="1"/>
          </p:cNvSpPr>
          <p:nvPr/>
        </p:nvSpPr>
        <p:spPr>
          <a:xfrm xmlns:a="http://schemas.openxmlformats.org/drawingml/2006/main">
            <a:off x="1562100" y="3133725"/>
            <a:ext cx="9286875"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F0CDB29-2B66-4AD8-9000-73873D8F0016}"/>
              </a:ext>
            </a:extLst>
          </p:cNvPr>
          <p:cNvSpPr>
            <a:spLocks xmlns:a="http://schemas.openxmlformats.org/drawingml/2006/main" noGrp="1"/>
          </p:cNvSpPr>
          <p:nvPr/>
        </p:nvSpPr>
        <p:spPr>
          <a:xfrm xmlns:a="http://schemas.openxmlformats.org/drawingml/2006/main">
            <a:off x="1562100" y="4124325"/>
            <a:ext cx="9286875" cy="9525"/>
          </a:xfrm>
          <a:prstGeom xmlns:a="http://schemas.openxmlformats.org/drawingml/2006/main" prst="rect">
            <a:avLst/>
          </a:prstGeom>
          <a:solidFill xmlns:a="http://schemas.openxmlformats.org/drawingml/2006/main">
            <a:srgbClr val="34314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069BCA4-F043-4752-BA50-7835C47E2723}"/>
              </a:ext>
            </a:extLst>
          </p:cNvPr>
          <p:cNvSpPr>
            <a:spLocks xmlns:a="http://schemas.openxmlformats.org/drawingml/2006/main" noGrp="1"/>
          </p:cNvSpPr>
          <p:nvPr/>
        </p:nvSpPr>
        <p:spPr>
          <a:xfrm xmlns:a="http://schemas.openxmlformats.org/drawingml/2006/main">
            <a:off x="762000" y="5429250"/>
            <a:ext cx="10572750" cy="457200"/>
          </a:xfrm>
          <a:prstGeom xmlns:a="http://schemas.openxmlformats.org/drawingml/2006/main" prst="roundRect">
            <a:avLst>
              <a:gd name="adj" fmla="val 29167"/>
            </a:avLst>
          </a:prstGeom>
          <a:solidFill xmlns:a="http://schemas.openxmlformats.org/drawingml/2006/main">
            <a:srgbClr val="A0E4C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A24CA01-60EE-408C-ACC7-753BBDF6653F}"/>
              </a:ext>
            </a:extLst>
          </p:cNvPr>
          <p:cNvSpPr>
            <a:spLocks xmlns:a="http://schemas.openxmlformats.org/drawingml/2006/main" noGrp="1"/>
          </p:cNvSpPr>
          <p:nvPr/>
        </p:nvSpPr>
        <p:spPr>
          <a:xfrm xmlns:a="http://schemas.openxmlformats.org/drawingml/2006/main">
            <a:off x="952500" y="5543550"/>
            <a:ext cx="1019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09102B"/>
                </a:solidFill>
                <a:latin typeface="Helvetica Neue"/>
                <a:ea typeface="Helvetica Neue"/>
                <a:cs typeface="Helvetica Neue"/>
              </a:defRPr>
            </a:defPPr>
            <a:lvl1pPr algn="ctr">
              <a:defRPr sz="1200" b="1">
                <a:solidFill>
                  <a:srgbClr val="09102B"/>
                </a:solidFill>
                <a:latin typeface="Helvetica Neue"/>
                <a:ea typeface="Helvetica Neue"/>
                <a:cs typeface="Helvetica Neue"/>
              </a:defRPr>
            </a:lvl1pPr>
            <a:lvl2pPr algn="ctr">
              <a:defRPr sz="1200" b="1">
                <a:solidFill>
                  <a:srgbClr val="09102B"/>
                </a:solidFill>
                <a:latin typeface="Helvetica Neue"/>
                <a:ea typeface="Helvetica Neue"/>
                <a:cs typeface="Helvetica Neue"/>
              </a:defRPr>
            </a:lvl2pPr>
            <a:lvl3pPr algn="ctr">
              <a:defRPr sz="1200" b="1">
                <a:solidFill>
                  <a:srgbClr val="09102B"/>
                </a:solidFill>
                <a:latin typeface="Helvetica Neue"/>
                <a:ea typeface="Helvetica Neue"/>
                <a:cs typeface="Helvetica Neue"/>
              </a:defRPr>
            </a:lvl3pPr>
            <a:lvl4pPr algn="ctr">
              <a:defRPr sz="1200" b="1">
                <a:solidFill>
                  <a:srgbClr val="09102B"/>
                </a:solidFill>
                <a:latin typeface="Helvetica Neue"/>
                <a:ea typeface="Helvetica Neue"/>
                <a:cs typeface="Helvetica Neue"/>
              </a:defRPr>
            </a:lvl4pPr>
            <a:lvl5pPr algn="ctr">
              <a:defRPr sz="1200" b="1">
                <a:solidFill>
                  <a:srgbClr val="09102B"/>
                </a:solidFill>
                <a:latin typeface="Helvetica Neue"/>
                <a:ea typeface="Helvetica Neue"/>
                <a:cs typeface="Helvetica Neue"/>
              </a:defRPr>
            </a:lvl5pPr>
            <a:lvl6pPr algn="ctr">
              <a:defRPr sz="1200" b="1">
                <a:solidFill>
                  <a:srgbClr val="09102B"/>
                </a:solidFill>
                <a:latin typeface="Helvetica Neue"/>
                <a:ea typeface="Helvetica Neue"/>
                <a:cs typeface="Helvetica Neue"/>
              </a:defRPr>
            </a:lvl6pPr>
            <a:lvl7pPr algn="ctr">
              <a:defRPr sz="1200" b="1">
                <a:solidFill>
                  <a:srgbClr val="09102B"/>
                </a:solidFill>
                <a:latin typeface="Helvetica Neue"/>
                <a:ea typeface="Helvetica Neue"/>
                <a:cs typeface="Helvetica Neue"/>
              </a:defRPr>
            </a:lvl7pPr>
            <a:lvl8pPr algn="ctr">
              <a:defRPr sz="1200" b="1">
                <a:solidFill>
                  <a:srgbClr val="09102B"/>
                </a:solidFill>
                <a:latin typeface="Helvetica Neue"/>
                <a:ea typeface="Helvetica Neue"/>
                <a:cs typeface="Helvetica Neue"/>
              </a:defRPr>
            </a:lvl8pPr>
            <a:lvl9pPr algn="ctr">
              <a:defRPr sz="1200" b="1">
                <a:solidFill>
                  <a:srgbClr val="09102B"/>
                </a:solidFill>
                <a:latin typeface="Helvetica Neue"/>
                <a:ea typeface="Helvetica Neue"/>
                <a:cs typeface="Helvetica Neue"/>
              </a:defRPr>
            </a:lvl9pPr>
          </a:lstStyle>
          <a:p xmlns:a="http://schemas.openxmlformats.org/drawingml/2006/main">
            <a:pPr algn="ctr">
              <a:defRPr sz="1200" b="1">
                <a:solidFill>
                  <a:srgbClr val="09102B"/>
                </a:solidFill>
                <a:latin typeface="Helvetica Neue"/>
                <a:ea typeface="Helvetica Neue"/>
                <a:cs typeface="Helvetica Neue"/>
              </a:defRPr>
            </a:pPr>
            <a:r>
              <a:rPr sz="1200" b="1">
                <a:solidFill>
                  <a:srgbClr val="09102B"/>
                </a:solidFill>
                <a:latin typeface="Helvetica Neue"/>
                <a:ea typeface="Helvetica Neue"/>
                <a:cs typeface="Helvetica Neue"/>
              </a:rPr>
              <a:t>Axtardığımız tərəfdaşlıq: 3 məkan + QR icazəsi + kurator rəyi + izlənə bilən bilet keçidi</a:t>
            </a:r>
          </a:p>
        </p:txBody>
      </p:sp>
    </p:spTree>
    <p:extLst>
      <p:ext uri="{BB962C8B-B14F-4D97-AF65-F5344CB8AC3E}">
        <p14:creationId xmlns:p14="http://schemas.microsoft.com/office/powerpoint/2010/main" val="17114241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2026-10-18T09:59:18.3760000Z</dcterms:created>
  <dcterms:modified xsi:type="dcterms:W3CDTF">2026-10-18T09:59:18.3760000Z</dcterms:modified>
</coreProperties>
</file>